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4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160381-D352-F601-ED37-061CCABA7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490A68-3D07-4FD5-7970-B988A609E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673C1F-0830-EBFB-039A-30CE01A5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A2A37F-B4AA-E91E-DD84-D9FD6893A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7EEEB0-AD41-D4A8-D954-0B01D7E82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349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61FB7-1ADF-B5B4-D22B-44FC7CCA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51DB1A-F102-F04C-1398-012D8A9E8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6EBBC-5AEB-EAEE-3F16-FEFC0D69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ED00C7-9741-765E-910B-5E0021C53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F06B6A-3D2A-B86C-4EF3-076B5E06D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801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41A82D-47F0-37FF-1507-1535784BD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102300C-A0A9-0679-0857-228023C2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7DDD8B-6490-3A3A-4D6C-36B744DD9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5F2B30-BDD8-E0F8-88A6-028607BC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023206-DE89-62D3-7C68-13074A86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50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8DC730-AE9D-F728-323C-1B116538B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8CAFE7-7420-DE2F-8147-09975EEF8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ABB9620-A4DC-B2DB-5711-615BE34EC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0930CB-4746-79E7-9139-CF976AD3B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1C33E4-2196-F752-C14D-E00748D3A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75BAA0-B41E-8E43-8B09-059F2CD09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35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70784-44EA-1465-2BBF-5AB37721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0D513A-CA4B-239E-4217-288D0D993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69278D7-B05A-E161-846D-44B3995C83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3CBF31-9F9E-BE9A-CBFE-F0E26C475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C0D596C-EB3E-E728-4ED2-D3134968B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0F23865-2955-E539-ECE3-16056F7FF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8F3E44-96CE-1F55-6BA6-9F1455EAF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2E8BF9-0A52-CC86-84ED-F921134E7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35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3A072C-8379-8C9D-426F-3B57A711A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940C2-CBE9-9910-DAED-34991F7A6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3592E8-798F-8A0C-8184-BAEF5D448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A4DBC54-5501-6903-C8E9-23D3DE8A9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0683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11B45E5-83C0-7CF9-9533-9561CB082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749C6A-F221-122C-A279-AF4494F0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E246F8-37EC-D0C3-8885-BB76F9156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404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9CE821-48D7-6A25-157B-7FA4F9B0C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5D3A2B-B9CB-0606-51CC-4345816CD6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ADC884-BF0C-2EEC-2749-C05C061B7B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4F3732-F265-7225-832B-9108F47B1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D4B973-6900-2F48-95EE-345313F2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AADAF3-3BF9-5183-CBF5-53D7A777F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408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977D-F8C9-B861-431D-BF204E751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DEF8B8E-D652-45E6-8E9F-0E1AEFB4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DE3767-FC51-68AB-6CA1-5429D6C99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D8F9F3-78A1-93A2-16CD-9C351D51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46F867-3DA8-55CD-F828-46288CA03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EACE58-A7E4-F82A-9BFB-375AE400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6024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C7C81-48DF-7A07-441E-D983F3FA2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5C0E4A-4704-8D80-E077-931956FD4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35A542-9765-12EC-F2E2-C0D2FB5DA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6CB68B-378B-F768-5FFC-AFFC13FB7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92462-0F03-C806-A096-0F4AFC12B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0314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8AC830-849C-AF62-2A13-F34454C54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84DBFF-CC9F-96FC-3CFB-D7266528A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0CEDE0-573D-968C-D4D5-BDC833FEA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466CFB-BDCD-095C-3B98-A1C354FBC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0A2B9E-7E06-358E-3DB3-36D562ECB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18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FC54BE7-5024-6B35-6161-035764427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1B0D8B8-9953-BCB0-BCD8-4C0457A47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5F1961-18D7-67E5-E5AB-7AB2EC3564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DA38A-AD18-4514-81BD-890B8AE83131}" type="datetimeFigureOut">
              <a:rPr lang="ko-KR" altLang="en-US" smtClean="0"/>
              <a:t>2025-10-21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BB12A0-04F9-619E-7250-89C7890BB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B2EFC-0084-5509-9719-4FF866CCE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20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4DCAD9C-6512-56B7-4E98-857C7E5CA923}"/>
              </a:ext>
            </a:extLst>
          </p:cNvPr>
          <p:cNvSpPr/>
          <p:nvPr/>
        </p:nvSpPr>
        <p:spPr>
          <a:xfrm>
            <a:off x="1346548" y="1584544"/>
            <a:ext cx="2492679" cy="23862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/>
              <a:t>장비 슬롯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1599BC-F992-DF97-FB4F-11B60EAD0552}"/>
              </a:ext>
            </a:extLst>
          </p:cNvPr>
          <p:cNvSpPr/>
          <p:nvPr/>
        </p:nvSpPr>
        <p:spPr>
          <a:xfrm>
            <a:off x="3989540" y="1584543"/>
            <a:ext cx="3475972" cy="4797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인벤토리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4E1591-FE7A-CD29-49BE-1B58E7D46270}"/>
              </a:ext>
            </a:extLst>
          </p:cNvPr>
          <p:cNvSpPr/>
          <p:nvPr/>
        </p:nvSpPr>
        <p:spPr>
          <a:xfrm>
            <a:off x="7615825" y="1584543"/>
            <a:ext cx="2511468" cy="4797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아이템 상세 정보</a:t>
            </a:r>
            <a:endParaRPr lang="en-US" altLang="ko-KR" dirty="0"/>
          </a:p>
          <a:p>
            <a:pPr algn="ctr"/>
            <a:r>
              <a:rPr lang="en-US" altLang="ko-KR" dirty="0"/>
              <a:t>+ </a:t>
            </a:r>
            <a:r>
              <a:rPr lang="ko-KR" altLang="en-US" dirty="0"/>
              <a:t>액션 버튼들</a:t>
            </a:r>
            <a:endParaRPr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44E5C37-A457-BC10-5089-7FC9E80DA52D}"/>
              </a:ext>
            </a:extLst>
          </p:cNvPr>
          <p:cNvSpPr/>
          <p:nvPr/>
        </p:nvSpPr>
        <p:spPr>
          <a:xfrm>
            <a:off x="1346548" y="4121062"/>
            <a:ext cx="2492679" cy="22609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장착 유파</a:t>
            </a:r>
            <a:endParaRPr lang="en-US" altLang="ko-KR" dirty="0"/>
          </a:p>
          <a:p>
            <a:pPr algn="ctr"/>
            <a:r>
              <a:rPr lang="en-US" altLang="ko-KR" dirty="0"/>
              <a:t>+</a:t>
            </a:r>
          </a:p>
          <a:p>
            <a:pPr algn="ctr"/>
            <a:r>
              <a:rPr lang="ko-KR" altLang="en-US" dirty="0"/>
              <a:t>검술 리스트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3476C11-91FF-3E28-F16F-828D8168F3E6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61289DC-050A-19DC-8F9B-740F1D8A579B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A603F2A-B491-3DEA-7A4A-7378AFE74B08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40F0C01-7306-CC9E-C330-D4183E0E355C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92ADE4F-7035-8E6F-23B9-580529E7B624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1959BBD-6DE9-B26B-338B-8E7CFF0213A3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9D020F9-CF4F-620B-4B9F-556ED763A70D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916EB0F-9AC9-6858-CD2A-2A61535172D4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321CEC1-20B6-D2B0-5786-38CAA8200719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E34BEAC-7625-F71E-15F2-C5D316CBA107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15886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30E7-4759-D832-A361-2696F58E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A8CE005-38C3-B90C-C4FA-DE5D272D7107}"/>
              </a:ext>
            </a:extLst>
          </p:cNvPr>
          <p:cNvSpPr/>
          <p:nvPr/>
        </p:nvSpPr>
        <p:spPr>
          <a:xfrm>
            <a:off x="1346548" y="1584544"/>
            <a:ext cx="2492679" cy="221084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B8F13A5-6F9E-5A53-119F-7D33A09C195F}"/>
              </a:ext>
            </a:extLst>
          </p:cNvPr>
          <p:cNvSpPr/>
          <p:nvPr/>
        </p:nvSpPr>
        <p:spPr>
          <a:xfrm>
            <a:off x="3989540" y="1584543"/>
            <a:ext cx="3475972" cy="479746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인벤토리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A0134DE-FF1F-378B-7670-C45EC197D03F}"/>
              </a:ext>
            </a:extLst>
          </p:cNvPr>
          <p:cNvSpPr/>
          <p:nvPr/>
        </p:nvSpPr>
        <p:spPr>
          <a:xfrm>
            <a:off x="7615825" y="1584543"/>
            <a:ext cx="2511468" cy="479746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858CF10-D30C-56D4-37DD-B54B40BD8217}"/>
              </a:ext>
            </a:extLst>
          </p:cNvPr>
          <p:cNvSpPr/>
          <p:nvPr/>
        </p:nvSpPr>
        <p:spPr>
          <a:xfrm>
            <a:off x="1346548" y="3895596"/>
            <a:ext cx="2492679" cy="24864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2C747FC-602D-632D-C97B-9DB1F9F24205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6381CAD-4020-A4EB-5A5C-FD4D69FF1052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630D92A-C3DF-DDEA-FA0F-40C8CFE06F34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07CFE6A-A801-65E4-F400-D17355E3EC82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A158F4B-067C-2AC1-7B91-8D21FBB4432B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0937AD8-367E-5890-F954-8B7E1532322F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6BD931D-178C-B676-B811-DACF73AFD7B3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A7C11980-A112-4512-6D55-C7A8B7C75AAB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3B2C4862-4967-7086-E2BA-DD9C4D92E334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730EC93-68A5-50D3-EE49-6334A2C009EB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8B97D6-6626-7F70-5074-6C139F7EC8DA}"/>
              </a:ext>
            </a:extLst>
          </p:cNvPr>
          <p:cNvSpPr/>
          <p:nvPr/>
        </p:nvSpPr>
        <p:spPr>
          <a:xfrm>
            <a:off x="1528749" y="3075138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9CD3743-FD8B-9B38-FF5F-9C20E31CFF7E}"/>
              </a:ext>
            </a:extLst>
          </p:cNvPr>
          <p:cNvSpPr/>
          <p:nvPr/>
        </p:nvSpPr>
        <p:spPr>
          <a:xfrm>
            <a:off x="1498782" y="1712934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F14CEDB-DF82-1799-FCCA-91CE01714221}"/>
              </a:ext>
            </a:extLst>
          </p:cNvPr>
          <p:cNvSpPr/>
          <p:nvPr/>
        </p:nvSpPr>
        <p:spPr>
          <a:xfrm>
            <a:off x="1498782" y="2387772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8700B86-2764-60BC-813B-950B3C4DE8F3}"/>
              </a:ext>
            </a:extLst>
          </p:cNvPr>
          <p:cNvSpPr/>
          <p:nvPr/>
        </p:nvSpPr>
        <p:spPr>
          <a:xfrm>
            <a:off x="2309924" y="3075138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0637CD-7A47-06A7-6077-1AA48209EE7C}"/>
              </a:ext>
            </a:extLst>
          </p:cNvPr>
          <p:cNvSpPr/>
          <p:nvPr/>
        </p:nvSpPr>
        <p:spPr>
          <a:xfrm>
            <a:off x="3091099" y="3075138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3584B1-F0F1-5B16-DA84-766AC2C3026E}"/>
              </a:ext>
            </a:extLst>
          </p:cNvPr>
          <p:cNvSpPr/>
          <p:nvPr/>
        </p:nvSpPr>
        <p:spPr>
          <a:xfrm>
            <a:off x="2150136" y="1712934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무기 이름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EC17A5A-1DD4-E09E-5C27-6BD4C19C11B7}"/>
              </a:ext>
            </a:extLst>
          </p:cNvPr>
          <p:cNvSpPr/>
          <p:nvPr/>
        </p:nvSpPr>
        <p:spPr>
          <a:xfrm>
            <a:off x="2150136" y="2383076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방어구</a:t>
            </a:r>
            <a:r>
              <a:rPr lang="ko-KR" altLang="en-US" dirty="0"/>
              <a:t> 이름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A977349-FC84-6660-683D-00AFE9CA631C}"/>
              </a:ext>
            </a:extLst>
          </p:cNvPr>
          <p:cNvSpPr/>
          <p:nvPr/>
        </p:nvSpPr>
        <p:spPr>
          <a:xfrm>
            <a:off x="1433898" y="1652651"/>
            <a:ext cx="2323910" cy="65839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63D44F7-77FC-0DEE-0792-29B603599A02}"/>
              </a:ext>
            </a:extLst>
          </p:cNvPr>
          <p:cNvSpPr/>
          <p:nvPr/>
        </p:nvSpPr>
        <p:spPr>
          <a:xfrm>
            <a:off x="7711692" y="1712934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B6C07ED-2348-2D5B-37A5-B2D0F3CA82F3}"/>
              </a:ext>
            </a:extLst>
          </p:cNvPr>
          <p:cNvSpPr/>
          <p:nvPr/>
        </p:nvSpPr>
        <p:spPr>
          <a:xfrm>
            <a:off x="8363046" y="1712934"/>
            <a:ext cx="167881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무기 이름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788C168-9549-894B-3BD2-3F3F3859EEC8}"/>
              </a:ext>
            </a:extLst>
          </p:cNvPr>
          <p:cNvSpPr/>
          <p:nvPr/>
        </p:nvSpPr>
        <p:spPr>
          <a:xfrm>
            <a:off x="7711692" y="2254686"/>
            <a:ext cx="2330172" cy="1240076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400" dirty="0"/>
              <a:t>능력치 이름 </a:t>
            </a:r>
            <a:r>
              <a:rPr lang="en-US" altLang="ko-KR" sz="1400" dirty="0"/>
              <a:t>: + 100</a:t>
            </a:r>
          </a:p>
          <a:p>
            <a:pPr algn="just"/>
            <a:r>
              <a:rPr lang="ko-KR" altLang="en-US" sz="1400" dirty="0"/>
              <a:t>능력치 이름 </a:t>
            </a:r>
            <a:r>
              <a:rPr lang="en-US" altLang="ko-KR" sz="1400" dirty="0"/>
              <a:t>: + 100</a:t>
            </a:r>
            <a:endParaRPr lang="ko-KR" altLang="en-US" sz="1400" dirty="0"/>
          </a:p>
          <a:p>
            <a:pPr algn="just"/>
            <a:r>
              <a:rPr lang="ko-KR" altLang="en-US" sz="1400" dirty="0"/>
              <a:t>능력치 이름 </a:t>
            </a:r>
            <a:r>
              <a:rPr lang="en-US" altLang="ko-KR" sz="1400" dirty="0"/>
              <a:t>: + 100</a:t>
            </a:r>
            <a:endParaRPr lang="ko-KR" altLang="en-US" sz="14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BCB6131-41DF-6A76-EF41-51476D68F088}"/>
              </a:ext>
            </a:extLst>
          </p:cNvPr>
          <p:cNvSpPr/>
          <p:nvPr/>
        </p:nvSpPr>
        <p:spPr>
          <a:xfrm>
            <a:off x="7711692" y="3494762"/>
            <a:ext cx="2330172" cy="1240076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400" dirty="0"/>
              <a:t>대충 설명 대충 설명 대충 설명 대충 설명 대충 설명 대충 설명 대충 설명 대충 설명 대충 설명 대충 설명 대충 설명 대충 설명 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C332B88-575D-3767-2D10-1B5B84932357}"/>
              </a:ext>
            </a:extLst>
          </p:cNvPr>
          <p:cNvSpPr/>
          <p:nvPr/>
        </p:nvSpPr>
        <p:spPr>
          <a:xfrm>
            <a:off x="7711692" y="5815208"/>
            <a:ext cx="743376" cy="43058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장착 해제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EDF009F-D1C1-320A-0E8E-5535B7289E86}"/>
              </a:ext>
            </a:extLst>
          </p:cNvPr>
          <p:cNvSpPr/>
          <p:nvPr/>
        </p:nvSpPr>
        <p:spPr>
          <a:xfrm>
            <a:off x="8499871" y="5815208"/>
            <a:ext cx="743376" cy="43058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어쩌고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EE3A3BF-240D-369B-6BB3-D8722D0E1C4C}"/>
              </a:ext>
            </a:extLst>
          </p:cNvPr>
          <p:cNvSpPr/>
          <p:nvPr/>
        </p:nvSpPr>
        <p:spPr>
          <a:xfrm>
            <a:off x="9288050" y="5815208"/>
            <a:ext cx="743376" cy="43058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버리기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6BF24F3-46C5-3F93-552A-12BE9C777852}"/>
              </a:ext>
            </a:extLst>
          </p:cNvPr>
          <p:cNvSpPr/>
          <p:nvPr/>
        </p:nvSpPr>
        <p:spPr>
          <a:xfrm>
            <a:off x="1498782" y="3995803"/>
            <a:ext cx="565925" cy="5417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A58CB89-58E3-410E-6B69-9D1E40DB6D6C}"/>
              </a:ext>
            </a:extLst>
          </p:cNvPr>
          <p:cNvSpPr/>
          <p:nvPr/>
        </p:nvSpPr>
        <p:spPr>
          <a:xfrm>
            <a:off x="2150136" y="3995803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80300DD-2AE6-D830-888C-3AAA488DE750}"/>
              </a:ext>
            </a:extLst>
          </p:cNvPr>
          <p:cNvSpPr/>
          <p:nvPr/>
        </p:nvSpPr>
        <p:spPr>
          <a:xfrm>
            <a:off x="1498782" y="4866360"/>
            <a:ext cx="2158242" cy="3131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3FE638E-2E15-94CA-3D72-AD10AF7131B9}"/>
              </a:ext>
            </a:extLst>
          </p:cNvPr>
          <p:cNvSpPr/>
          <p:nvPr/>
        </p:nvSpPr>
        <p:spPr>
          <a:xfrm>
            <a:off x="1498782" y="5239008"/>
            <a:ext cx="2158242" cy="3131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CE22937-575C-C029-01B1-44C0AF84A82A}"/>
              </a:ext>
            </a:extLst>
          </p:cNvPr>
          <p:cNvSpPr/>
          <p:nvPr/>
        </p:nvSpPr>
        <p:spPr>
          <a:xfrm>
            <a:off x="1498782" y="5611656"/>
            <a:ext cx="2158242" cy="3131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9EEEE43-C596-B4DA-0FE8-DD381EC9A14C}"/>
              </a:ext>
            </a:extLst>
          </p:cNvPr>
          <p:cNvSpPr/>
          <p:nvPr/>
        </p:nvSpPr>
        <p:spPr>
          <a:xfrm>
            <a:off x="1498782" y="5984304"/>
            <a:ext cx="2158242" cy="31315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640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</Words>
  <Application>Microsoft Office PowerPoint</Application>
  <PresentationFormat>와이드스크린</PresentationFormat>
  <Paragraphs>24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HyunJin Kim</dc:creator>
  <cp:lastModifiedBy>HyunJin Kim</cp:lastModifiedBy>
  <cp:revision>1</cp:revision>
  <dcterms:created xsi:type="dcterms:W3CDTF">2025-10-21T12:30:24Z</dcterms:created>
  <dcterms:modified xsi:type="dcterms:W3CDTF">2025-10-21T12:30:45Z</dcterms:modified>
</cp:coreProperties>
</file>