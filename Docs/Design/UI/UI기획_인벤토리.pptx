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2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160381-D352-F601-ED37-061CCABA7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0490A68-3D07-4FD5-7970-B988A609E8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673C1F-0830-EBFB-039A-30CE01A51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7A2A37F-B4AA-E91E-DD84-D9FD6893A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67EEEB0-AD41-D4A8-D954-0B01D7E82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334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161FB7-1ADF-B5B4-D22B-44FC7CCAB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51DB1A-F102-F04C-1398-012D8A9E88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06EBBC-5AEB-EAEE-3F16-FEFC0D69E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ED00C7-9741-765E-910B-5E0021C53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F06B6A-3D2A-B86C-4EF3-076B5E06D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801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41A82D-47F0-37FF-1507-1535784B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02300C-A0A9-0679-0857-228023C2CD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7DDD8B-6490-3A3A-4D6C-36B744DD9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F2B30-BDD8-E0F8-88A6-028607BC2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023206-DE89-62D3-7C68-13074A860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50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8DC730-AE9D-F728-323C-1B116538B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CAFE7-7420-DE2F-8147-09975EEF87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ABB9620-A4DC-B2DB-5711-615BE34EC1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B0930CB-4746-79E7-9139-CF976AD3B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1C33E4-2196-F752-C14D-E00748D3A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575BAA0-B41E-8E43-8B09-059F2CD09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35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770784-44EA-1465-2BBF-5AB377211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40D513A-CA4B-239E-4217-288D0D99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69278D7-B05A-E161-846D-44B3995C83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F3CBF31-9F9E-BE9A-CBFE-F0E26C475E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C0D596C-EB3E-E728-4ED2-D3134968BF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0F23865-2955-E539-ECE3-16056F7FF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88F3E44-96CE-1F55-6BA6-9F1455EA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A2E8BF9-0A52-CC86-84ED-F921134E7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356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3A072C-8379-8C9D-426F-3B57A711A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9C940C2-CBE9-9910-DAED-34991F7A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E3592E8-798F-8A0C-8184-BAEF5D44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A4DBC54-5501-6903-C8E9-23D3DE8A9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68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11B45E5-83C0-7CF9-9533-9561CB082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C749C6A-F221-122C-A279-AF4494F00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E246F8-37EC-D0C3-8885-BB76F915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404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CE821-48D7-6A25-157B-7FA4F9B0C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F5D3A2B-B9CB-0606-51CC-4345816CD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7ADC884-BF0C-2EEC-2749-C05C061B7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4F3732-F265-7225-832B-9108F47B1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BD4B973-6900-2F48-95EE-345313F2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7AADAF3-3BF9-5183-CBF5-53D7A777F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1408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CC977D-F8C9-B861-431D-BF204E751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DEF8B8E-D652-45E6-8E9F-0E1AEFB4F7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6DE3767-FC51-68AB-6CA1-5429D6C99F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CD8F9F3-78A1-93A2-16CD-9C351D519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46F867-3DA8-55CD-F828-46288CA03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EACE58-A7E4-F82A-9BFB-375AE400D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6024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C7C81-48DF-7A07-441E-D983F3FA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D5C0E4A-4704-8D80-E077-931956FD43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35A542-9765-12EC-F2E2-C0D2FB5DA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6CB68B-378B-F768-5FFC-AFFC13FB7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292462-0F03-C806-A096-0F4AFC12B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3143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8AC830-849C-AF62-2A13-F34454C547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84DBFF-CC9F-96FC-3CFB-D7266528A5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0CEDE0-573D-968C-D4D5-BDC833FEA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466CFB-BDCD-095C-3B98-A1C354FBC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10A2B9E-7E06-358E-3DB3-36D562ECB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82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FC54BE7-5024-6B35-6161-035764427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B0D8B8-9953-BCB0-BCD8-4C0457A47E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5F1961-18D7-67E5-E5AB-7AB2EC3564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DA38A-AD18-4514-81BD-890B8AE83131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0BB12A0-04F9-619E-7250-89C7890BBF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EB2EFC-0084-5509-9719-4FF866CCE6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76D96B-8ED8-4E74-886F-01B55AE30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720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24DCAD9C-6512-56B7-4E98-857C7E5CA923}"/>
              </a:ext>
            </a:extLst>
          </p:cNvPr>
          <p:cNvSpPr/>
          <p:nvPr/>
        </p:nvSpPr>
        <p:spPr>
          <a:xfrm>
            <a:off x="1346548" y="1584544"/>
            <a:ext cx="2492679" cy="2386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/>
              <a:t>장비 슬롯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21599BC-F992-DF97-FB4F-11B60EAD0552}"/>
              </a:ext>
            </a:extLst>
          </p:cNvPr>
          <p:cNvSpPr/>
          <p:nvPr/>
        </p:nvSpPr>
        <p:spPr>
          <a:xfrm>
            <a:off x="3989540" y="1584543"/>
            <a:ext cx="3475972" cy="30514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인벤토리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44E1591-FE7A-CD29-49BE-1B58E7D46270}"/>
              </a:ext>
            </a:extLst>
          </p:cNvPr>
          <p:cNvSpPr/>
          <p:nvPr/>
        </p:nvSpPr>
        <p:spPr>
          <a:xfrm>
            <a:off x="3989541" y="4736217"/>
            <a:ext cx="3475972" cy="16457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(</a:t>
            </a:r>
            <a:r>
              <a:rPr lang="ko-KR" altLang="en-US" dirty="0"/>
              <a:t>현재 선택한</a:t>
            </a:r>
            <a:r>
              <a:rPr lang="en-US" altLang="ko-KR" dirty="0"/>
              <a:t>) </a:t>
            </a:r>
            <a:r>
              <a:rPr lang="ko-KR" altLang="en-US" dirty="0"/>
              <a:t>아이템 상세 정보</a:t>
            </a:r>
            <a:endParaRPr lang="en-US" altLang="ko-KR" dirty="0"/>
          </a:p>
          <a:p>
            <a:pPr algn="ctr"/>
            <a:r>
              <a:rPr lang="en-US" altLang="ko-KR" dirty="0"/>
              <a:t>+ </a:t>
            </a:r>
            <a:r>
              <a:rPr lang="ko-KR" altLang="en-US" dirty="0"/>
              <a:t>액션 버튼들</a:t>
            </a:r>
            <a:endParaRPr lang="en-US" altLang="ko-KR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44E5C37-A457-BC10-5089-7FC9E80DA52D}"/>
              </a:ext>
            </a:extLst>
          </p:cNvPr>
          <p:cNvSpPr/>
          <p:nvPr/>
        </p:nvSpPr>
        <p:spPr>
          <a:xfrm>
            <a:off x="1346548" y="4121062"/>
            <a:ext cx="2492679" cy="22609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장착 유파</a:t>
            </a:r>
            <a:endParaRPr lang="en-US" altLang="ko-KR" dirty="0"/>
          </a:p>
          <a:p>
            <a:pPr algn="ctr"/>
            <a:r>
              <a:rPr lang="en-US" altLang="ko-KR" dirty="0"/>
              <a:t>+</a:t>
            </a:r>
          </a:p>
          <a:p>
            <a:pPr algn="ctr"/>
            <a:r>
              <a:rPr lang="ko-KR" altLang="en-US" dirty="0"/>
              <a:t>검술 리스트</a:t>
            </a: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D3476C11-91FF-3E28-F16F-828D8168F3E6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61289DC-050A-19DC-8F9B-740F1D8A579B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8A603F2A-B491-3DEA-7A4A-7378AFE74B08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440F0C01-7306-CC9E-C330-D4183E0E355C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92ADE4F-7035-8E6F-23B9-580529E7B624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1959BBD-6DE9-B26B-338B-8E7CFF0213A3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9D020F9-CF4F-620B-4B9F-556ED763A70D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916EB0F-9AC9-6858-CD2A-2A61535172D4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321CEC1-20B6-D2B0-5786-38CAA8200719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5E34BEAC-7625-F71E-15F2-C5D316CBA107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350DC88-7C97-C775-871F-7FB85ABA2B62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</a:p>
        </p:txBody>
      </p:sp>
    </p:spTree>
    <p:extLst>
      <p:ext uri="{BB962C8B-B14F-4D97-AF65-F5344CB8AC3E}">
        <p14:creationId xmlns:p14="http://schemas.microsoft.com/office/powerpoint/2010/main" val="1915886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830E7-4759-D832-A361-2696F58E7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449C8F48-F46A-7CEC-1185-101E46D60F36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나중에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A8CE005-38C3-B90C-C4FA-DE5D272D7107}"/>
              </a:ext>
            </a:extLst>
          </p:cNvPr>
          <p:cNvSpPr/>
          <p:nvPr/>
        </p:nvSpPr>
        <p:spPr>
          <a:xfrm>
            <a:off x="1346548" y="1584544"/>
            <a:ext cx="2492679" cy="221084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B8F13A5-6F9E-5A53-119F-7D33A09C195F}"/>
              </a:ext>
            </a:extLst>
          </p:cNvPr>
          <p:cNvSpPr/>
          <p:nvPr/>
        </p:nvSpPr>
        <p:spPr>
          <a:xfrm>
            <a:off x="3989540" y="1584543"/>
            <a:ext cx="3475972" cy="3024033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858CF10-D30C-56D4-37DD-B54B40BD8217}"/>
              </a:ext>
            </a:extLst>
          </p:cNvPr>
          <p:cNvSpPr/>
          <p:nvPr/>
        </p:nvSpPr>
        <p:spPr>
          <a:xfrm>
            <a:off x="1346548" y="3895596"/>
            <a:ext cx="2492679" cy="248641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2C747FC-602D-632D-C97B-9DB1F9F24205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6381CAD-4020-A4EB-5A5C-FD4D69FF1052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630D92A-C3DF-DDEA-FA0F-40C8CFE06F34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07CFE6A-A801-65E4-F400-D17355E3EC82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A158F4B-067C-2AC1-7B91-8D21FBB4432B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0937AD8-367E-5890-F954-8B7E1532322F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6BD931D-178C-B676-B811-DACF73AFD7B3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A7C11980-A112-4512-6D55-C7A8B7C75AAB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B2C4862-4967-7086-E2BA-DD9C4D92E334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730EC93-68A5-50D3-EE49-6334A2C009EB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8B97D6-6626-7F70-5074-6C139F7EC8DA}"/>
              </a:ext>
            </a:extLst>
          </p:cNvPr>
          <p:cNvSpPr/>
          <p:nvPr/>
        </p:nvSpPr>
        <p:spPr>
          <a:xfrm>
            <a:off x="152874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9CD3743-FD8B-9B38-FF5F-9C20E31CFF7E}"/>
              </a:ext>
            </a:extLst>
          </p:cNvPr>
          <p:cNvSpPr/>
          <p:nvPr/>
        </p:nvSpPr>
        <p:spPr>
          <a:xfrm>
            <a:off x="1498782" y="1712934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F14CEDB-DF82-1799-FCCA-91CE01714221}"/>
              </a:ext>
            </a:extLst>
          </p:cNvPr>
          <p:cNvSpPr/>
          <p:nvPr/>
        </p:nvSpPr>
        <p:spPr>
          <a:xfrm>
            <a:off x="1498782" y="2387772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8700B86-2764-60BC-813B-950B3C4DE8F3}"/>
              </a:ext>
            </a:extLst>
          </p:cNvPr>
          <p:cNvSpPr/>
          <p:nvPr/>
        </p:nvSpPr>
        <p:spPr>
          <a:xfrm>
            <a:off x="2309924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90637CD-7A47-06A7-6077-1AA48209EE7C}"/>
              </a:ext>
            </a:extLst>
          </p:cNvPr>
          <p:cNvSpPr/>
          <p:nvPr/>
        </p:nvSpPr>
        <p:spPr>
          <a:xfrm>
            <a:off x="309109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73584B1-F0F1-5B16-DA84-766AC2C3026E}"/>
              </a:ext>
            </a:extLst>
          </p:cNvPr>
          <p:cNvSpPr/>
          <p:nvPr/>
        </p:nvSpPr>
        <p:spPr>
          <a:xfrm>
            <a:off x="2150136" y="1712934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무기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EC17A5A-1DD4-E09E-5C27-6BD4C19C11B7}"/>
              </a:ext>
            </a:extLst>
          </p:cNvPr>
          <p:cNvSpPr/>
          <p:nvPr/>
        </p:nvSpPr>
        <p:spPr>
          <a:xfrm>
            <a:off x="2150136" y="2383076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방어구</a:t>
            </a:r>
            <a:r>
              <a:rPr lang="ko-KR" altLang="en-US" dirty="0"/>
              <a:t>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A977349-FC84-6660-683D-00AFE9CA631C}"/>
              </a:ext>
            </a:extLst>
          </p:cNvPr>
          <p:cNvSpPr/>
          <p:nvPr/>
        </p:nvSpPr>
        <p:spPr>
          <a:xfrm>
            <a:off x="1433898" y="1652651"/>
            <a:ext cx="2323910" cy="6583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D6BF24F3-46C5-3F93-552A-12BE9C777852}"/>
              </a:ext>
            </a:extLst>
          </p:cNvPr>
          <p:cNvSpPr/>
          <p:nvPr/>
        </p:nvSpPr>
        <p:spPr>
          <a:xfrm>
            <a:off x="1498782" y="3995803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A58CB89-58E3-410E-6B69-9D1E40DB6D6C}"/>
              </a:ext>
            </a:extLst>
          </p:cNvPr>
          <p:cNvSpPr/>
          <p:nvPr/>
        </p:nvSpPr>
        <p:spPr>
          <a:xfrm>
            <a:off x="2150136" y="3995803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80300DD-2AE6-D830-888C-3AAA488DE750}"/>
              </a:ext>
            </a:extLst>
          </p:cNvPr>
          <p:cNvSpPr/>
          <p:nvPr/>
        </p:nvSpPr>
        <p:spPr>
          <a:xfrm>
            <a:off x="1498782" y="4866360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83FE638E-2E15-94CA-3D72-AD10AF7131B9}"/>
              </a:ext>
            </a:extLst>
          </p:cNvPr>
          <p:cNvSpPr/>
          <p:nvPr/>
        </p:nvSpPr>
        <p:spPr>
          <a:xfrm>
            <a:off x="1498782" y="5239008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5CE22937-575C-C029-01B1-44C0AF84A82A}"/>
              </a:ext>
            </a:extLst>
          </p:cNvPr>
          <p:cNvSpPr/>
          <p:nvPr/>
        </p:nvSpPr>
        <p:spPr>
          <a:xfrm>
            <a:off x="1498782" y="5611656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C9EEEE43-C596-B4DA-0FE8-DD381EC9A14C}"/>
              </a:ext>
            </a:extLst>
          </p:cNvPr>
          <p:cNvSpPr/>
          <p:nvPr/>
        </p:nvSpPr>
        <p:spPr>
          <a:xfrm>
            <a:off x="1498782" y="5984304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AA0134DE-FF1F-378B-7670-C45EC197D03F}"/>
              </a:ext>
            </a:extLst>
          </p:cNvPr>
          <p:cNvSpPr/>
          <p:nvPr/>
        </p:nvSpPr>
        <p:spPr>
          <a:xfrm>
            <a:off x="3989540" y="4708785"/>
            <a:ext cx="3475972" cy="1671974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063D44F7-77FC-0DEE-0792-29B603599A02}"/>
              </a:ext>
            </a:extLst>
          </p:cNvPr>
          <p:cNvSpPr/>
          <p:nvPr/>
        </p:nvSpPr>
        <p:spPr>
          <a:xfrm>
            <a:off x="4122225" y="4753531"/>
            <a:ext cx="468001" cy="46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B6C07ED-2348-2D5B-37A5-B2D0F3CA82F3}"/>
              </a:ext>
            </a:extLst>
          </p:cNvPr>
          <p:cNvSpPr/>
          <p:nvPr/>
        </p:nvSpPr>
        <p:spPr>
          <a:xfrm>
            <a:off x="4722911" y="4813626"/>
            <a:ext cx="1459346" cy="3453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dirty="0"/>
              <a:t>무기 이름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788C168-9549-894B-3BD2-3F3F3859EEC8}"/>
              </a:ext>
            </a:extLst>
          </p:cNvPr>
          <p:cNvSpPr/>
          <p:nvPr/>
        </p:nvSpPr>
        <p:spPr>
          <a:xfrm>
            <a:off x="4099321" y="5626231"/>
            <a:ext cx="3247954" cy="4368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100" dirty="0"/>
              <a:t>능력치 이름 </a:t>
            </a:r>
            <a:r>
              <a:rPr lang="en-US" altLang="ko-KR" sz="1100"/>
              <a:t>: + 100</a:t>
            </a:r>
          </a:p>
          <a:p>
            <a:pPr algn="just"/>
            <a:r>
              <a:rPr lang="ko-KR" altLang="en-US" sz="1100"/>
              <a:t>능력치 </a:t>
            </a:r>
            <a:r>
              <a:rPr lang="ko-KR" altLang="en-US" sz="1100" dirty="0"/>
              <a:t>이름 </a:t>
            </a:r>
            <a:r>
              <a:rPr lang="en-US" altLang="ko-KR" sz="1100"/>
              <a:t>: + 100</a:t>
            </a:r>
            <a:endParaRPr lang="ko-KR" altLang="en-US" sz="11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BCB6131-41DF-6A76-EF41-51476D68F088}"/>
              </a:ext>
            </a:extLst>
          </p:cNvPr>
          <p:cNvSpPr/>
          <p:nvPr/>
        </p:nvSpPr>
        <p:spPr>
          <a:xfrm>
            <a:off x="4099321" y="5259177"/>
            <a:ext cx="3225051" cy="4321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ko-KR" altLang="en-US" sz="1400" dirty="0"/>
              <a:t>짧은 설명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C332B88-575D-3767-2D10-1B5B84932357}"/>
              </a:ext>
            </a:extLst>
          </p:cNvPr>
          <p:cNvSpPr/>
          <p:nvPr/>
        </p:nvSpPr>
        <p:spPr>
          <a:xfrm>
            <a:off x="4122224" y="6130837"/>
            <a:ext cx="1028862" cy="202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장착 해제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3EDF009F-D1C1-320A-0E8E-5535B7289E86}"/>
              </a:ext>
            </a:extLst>
          </p:cNvPr>
          <p:cNvSpPr/>
          <p:nvPr/>
        </p:nvSpPr>
        <p:spPr>
          <a:xfrm>
            <a:off x="5213095" y="6130837"/>
            <a:ext cx="1028862" cy="202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어쩌고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3EE3A3BF-240D-369B-6BB3-D8722D0E1C4C}"/>
              </a:ext>
            </a:extLst>
          </p:cNvPr>
          <p:cNvSpPr/>
          <p:nvPr/>
        </p:nvSpPr>
        <p:spPr>
          <a:xfrm>
            <a:off x="6303966" y="6130837"/>
            <a:ext cx="1028862" cy="202447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버리기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9B7FFE3-75E9-3EAC-83F9-7A889D8705A4}"/>
              </a:ext>
            </a:extLst>
          </p:cNvPr>
          <p:cNvSpPr/>
          <p:nvPr/>
        </p:nvSpPr>
        <p:spPr>
          <a:xfrm>
            <a:off x="4073262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BB44E765-F6BD-8C2D-EEC2-4A686C35B8E8}"/>
              </a:ext>
            </a:extLst>
          </p:cNvPr>
          <p:cNvSpPr/>
          <p:nvPr/>
        </p:nvSpPr>
        <p:spPr>
          <a:xfrm>
            <a:off x="4755619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C7B1857-784A-2B02-FED8-74573294BAC9}"/>
              </a:ext>
            </a:extLst>
          </p:cNvPr>
          <p:cNvSpPr/>
          <p:nvPr/>
        </p:nvSpPr>
        <p:spPr>
          <a:xfrm>
            <a:off x="5437976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C68E0CE-D7ED-C2C8-C160-63C2D1286F45}"/>
              </a:ext>
            </a:extLst>
          </p:cNvPr>
          <p:cNvSpPr/>
          <p:nvPr/>
        </p:nvSpPr>
        <p:spPr>
          <a:xfrm>
            <a:off x="6120333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89790B82-655A-4690-4217-3593CF3F00CA}"/>
              </a:ext>
            </a:extLst>
          </p:cNvPr>
          <p:cNvSpPr/>
          <p:nvPr/>
        </p:nvSpPr>
        <p:spPr>
          <a:xfrm>
            <a:off x="6807335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FC3849F0-BB3F-8622-EBD3-8788BD6E3FD4}"/>
              </a:ext>
            </a:extLst>
          </p:cNvPr>
          <p:cNvSpPr/>
          <p:nvPr/>
        </p:nvSpPr>
        <p:spPr>
          <a:xfrm>
            <a:off x="4073262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95B582E-B362-D52C-BAE3-9384086018E8}"/>
              </a:ext>
            </a:extLst>
          </p:cNvPr>
          <p:cNvSpPr/>
          <p:nvPr/>
        </p:nvSpPr>
        <p:spPr>
          <a:xfrm>
            <a:off x="4755619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E59425DA-3522-9910-84F7-6E36CCEADB70}"/>
              </a:ext>
            </a:extLst>
          </p:cNvPr>
          <p:cNvSpPr/>
          <p:nvPr/>
        </p:nvSpPr>
        <p:spPr>
          <a:xfrm>
            <a:off x="5437976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25C063B-4C5D-A2B4-7742-DF4E54AA9709}"/>
              </a:ext>
            </a:extLst>
          </p:cNvPr>
          <p:cNvSpPr/>
          <p:nvPr/>
        </p:nvSpPr>
        <p:spPr>
          <a:xfrm>
            <a:off x="6120333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9DC67BCC-6DF4-13DF-A205-A9E0787B85B8}"/>
              </a:ext>
            </a:extLst>
          </p:cNvPr>
          <p:cNvSpPr/>
          <p:nvPr/>
        </p:nvSpPr>
        <p:spPr>
          <a:xfrm>
            <a:off x="6807335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2A1F528-550B-983F-3417-4E0A936603ED}"/>
              </a:ext>
            </a:extLst>
          </p:cNvPr>
          <p:cNvSpPr/>
          <p:nvPr/>
        </p:nvSpPr>
        <p:spPr>
          <a:xfrm>
            <a:off x="4073262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C338E3B6-A614-9300-A6DA-3CE0CD1589D7}"/>
              </a:ext>
            </a:extLst>
          </p:cNvPr>
          <p:cNvSpPr/>
          <p:nvPr/>
        </p:nvSpPr>
        <p:spPr>
          <a:xfrm>
            <a:off x="4755619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5E6680A-58CC-128A-1CA6-DFB25E2038B5}"/>
              </a:ext>
            </a:extLst>
          </p:cNvPr>
          <p:cNvSpPr/>
          <p:nvPr/>
        </p:nvSpPr>
        <p:spPr>
          <a:xfrm>
            <a:off x="5437976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B1BF404-43AA-8277-DABE-20B0C856ACE1}"/>
              </a:ext>
            </a:extLst>
          </p:cNvPr>
          <p:cNvSpPr txBox="1"/>
          <p:nvPr/>
        </p:nvSpPr>
        <p:spPr>
          <a:xfrm>
            <a:off x="1341589" y="47304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/>
              <a:t>선택한 아이템의 상세 정보가 표시되는 상황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92640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2FD4DB-5603-304A-9987-165DEFE06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직사각형 37">
            <a:extLst>
              <a:ext uri="{FF2B5EF4-FFF2-40B4-BE49-F238E27FC236}">
                <a16:creationId xmlns:a16="http://schemas.microsoft.com/office/drawing/2014/main" id="{75A1C0C7-5203-4BE6-2366-41BAF941E65F}"/>
              </a:ext>
            </a:extLst>
          </p:cNvPr>
          <p:cNvSpPr/>
          <p:nvPr/>
        </p:nvSpPr>
        <p:spPr>
          <a:xfrm>
            <a:off x="7615825" y="1584543"/>
            <a:ext cx="2511468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캐릭터</a:t>
            </a:r>
            <a:endParaRPr lang="en-US" altLang="ko-KR" dirty="0"/>
          </a:p>
          <a:p>
            <a:pPr algn="ctr"/>
            <a:r>
              <a:rPr lang="ko-KR" altLang="en-US" dirty="0" err="1"/>
              <a:t>스테이터스</a:t>
            </a:r>
            <a:r>
              <a:rPr lang="ko-KR" altLang="en-US" dirty="0"/>
              <a:t> 정보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나중에 구현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BFE315F-E61F-F0BE-E8AA-7E4B16E01DA4}"/>
              </a:ext>
            </a:extLst>
          </p:cNvPr>
          <p:cNvSpPr/>
          <p:nvPr/>
        </p:nvSpPr>
        <p:spPr>
          <a:xfrm>
            <a:off x="1346548" y="1584544"/>
            <a:ext cx="2492679" cy="221084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8A441A4-7049-1B55-05C6-58095B070F8A}"/>
              </a:ext>
            </a:extLst>
          </p:cNvPr>
          <p:cNvSpPr/>
          <p:nvPr/>
        </p:nvSpPr>
        <p:spPr>
          <a:xfrm>
            <a:off x="3989540" y="1584543"/>
            <a:ext cx="3475972" cy="479746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7081F3-369F-6D10-B45D-3A44D24E4AAB}"/>
              </a:ext>
            </a:extLst>
          </p:cNvPr>
          <p:cNvSpPr/>
          <p:nvPr/>
        </p:nvSpPr>
        <p:spPr>
          <a:xfrm>
            <a:off x="1346548" y="3895596"/>
            <a:ext cx="2492679" cy="2486415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8129DE50-408C-AF02-27C0-15AFC1A1B124}"/>
              </a:ext>
            </a:extLst>
          </p:cNvPr>
          <p:cNvGrpSpPr/>
          <p:nvPr/>
        </p:nvGrpSpPr>
        <p:grpSpPr>
          <a:xfrm>
            <a:off x="1346549" y="1042792"/>
            <a:ext cx="8780744" cy="441542"/>
            <a:chOff x="1346549" y="1042792"/>
            <a:chExt cx="8630432" cy="441542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14FAD683-D7E6-19C5-C88A-790F8B280DA0}"/>
                </a:ext>
              </a:extLst>
            </p:cNvPr>
            <p:cNvSpPr/>
            <p:nvPr/>
          </p:nvSpPr>
          <p:spPr>
            <a:xfrm>
              <a:off x="134654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가방</a:t>
              </a:r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C73F9D7-2D2E-03E9-B63E-53053CB44788}"/>
                </a:ext>
              </a:extLst>
            </p:cNvPr>
            <p:cNvSpPr/>
            <p:nvPr/>
          </p:nvSpPr>
          <p:spPr>
            <a:xfrm>
              <a:off x="231105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검술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AF6EB70-F5BE-BC1C-3974-477AC0513E58}"/>
                </a:ext>
              </a:extLst>
            </p:cNvPr>
            <p:cNvSpPr/>
            <p:nvPr/>
          </p:nvSpPr>
          <p:spPr>
            <a:xfrm>
              <a:off x="327555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FD38E77-6379-A21B-1DAB-E2036855865B}"/>
                </a:ext>
              </a:extLst>
            </p:cNvPr>
            <p:cNvSpPr/>
            <p:nvPr/>
          </p:nvSpPr>
          <p:spPr>
            <a:xfrm>
              <a:off x="424006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E7AB2AE5-03F9-68A2-E347-03F2DD1B7B62}"/>
                </a:ext>
              </a:extLst>
            </p:cNvPr>
            <p:cNvSpPr/>
            <p:nvPr/>
          </p:nvSpPr>
          <p:spPr>
            <a:xfrm>
              <a:off x="5204565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1B05A433-160D-9E63-A49C-6A3F787EA597}"/>
                </a:ext>
              </a:extLst>
            </p:cNvPr>
            <p:cNvSpPr/>
            <p:nvPr/>
          </p:nvSpPr>
          <p:spPr>
            <a:xfrm>
              <a:off x="6169069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CEE9F37B-D508-C567-A7EC-D8F6C72B7E96}"/>
                </a:ext>
              </a:extLst>
            </p:cNvPr>
            <p:cNvSpPr/>
            <p:nvPr/>
          </p:nvSpPr>
          <p:spPr>
            <a:xfrm>
              <a:off x="7133573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0980458D-F6A3-C524-A285-7324558D2AD5}"/>
                </a:ext>
              </a:extLst>
            </p:cNvPr>
            <p:cNvSpPr/>
            <p:nvPr/>
          </p:nvSpPr>
          <p:spPr>
            <a:xfrm>
              <a:off x="8098077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8891BC4-2AAD-F374-E190-8442F350242D}"/>
                </a:ext>
              </a:extLst>
            </p:cNvPr>
            <p:cNvSpPr/>
            <p:nvPr/>
          </p:nvSpPr>
          <p:spPr>
            <a:xfrm>
              <a:off x="9062581" y="1042792"/>
              <a:ext cx="914400" cy="44154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EAC72300-EBD5-B0E2-20B1-FFF093DA10AA}"/>
              </a:ext>
            </a:extLst>
          </p:cNvPr>
          <p:cNvSpPr/>
          <p:nvPr/>
        </p:nvSpPr>
        <p:spPr>
          <a:xfrm>
            <a:off x="152874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CA3A781-CE73-542D-1796-AAACFD4B8667}"/>
              </a:ext>
            </a:extLst>
          </p:cNvPr>
          <p:cNvSpPr/>
          <p:nvPr/>
        </p:nvSpPr>
        <p:spPr>
          <a:xfrm>
            <a:off x="1498782" y="1712934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FB89A69-A509-1A91-A31D-75C21D216733}"/>
              </a:ext>
            </a:extLst>
          </p:cNvPr>
          <p:cNvSpPr/>
          <p:nvPr/>
        </p:nvSpPr>
        <p:spPr>
          <a:xfrm>
            <a:off x="1498782" y="2387772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F2DDB03-8F2C-32E2-6DFD-0073A8CE1B24}"/>
              </a:ext>
            </a:extLst>
          </p:cNvPr>
          <p:cNvSpPr/>
          <p:nvPr/>
        </p:nvSpPr>
        <p:spPr>
          <a:xfrm>
            <a:off x="2309924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CCAEC51F-9CC5-A641-144A-86785C874E86}"/>
              </a:ext>
            </a:extLst>
          </p:cNvPr>
          <p:cNvSpPr/>
          <p:nvPr/>
        </p:nvSpPr>
        <p:spPr>
          <a:xfrm>
            <a:off x="3091099" y="3075138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A683475-0AA7-E766-02A5-5113A0B3BF15}"/>
              </a:ext>
            </a:extLst>
          </p:cNvPr>
          <p:cNvSpPr/>
          <p:nvPr/>
        </p:nvSpPr>
        <p:spPr>
          <a:xfrm>
            <a:off x="2150136" y="1712934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무기 이름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A55F559-75DC-9638-92E2-BB040EBF9838}"/>
              </a:ext>
            </a:extLst>
          </p:cNvPr>
          <p:cNvSpPr/>
          <p:nvPr/>
        </p:nvSpPr>
        <p:spPr>
          <a:xfrm>
            <a:off x="2150136" y="2383076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방어구</a:t>
            </a:r>
            <a:r>
              <a:rPr lang="ko-KR" altLang="en-US" dirty="0"/>
              <a:t> 이름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F146081-9C92-B92D-FFB1-80B080780A76}"/>
              </a:ext>
            </a:extLst>
          </p:cNvPr>
          <p:cNvSpPr/>
          <p:nvPr/>
        </p:nvSpPr>
        <p:spPr>
          <a:xfrm>
            <a:off x="1433898" y="1652651"/>
            <a:ext cx="2323910" cy="658397"/>
          </a:xfrm>
          <a:prstGeom prst="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6D0182C-8FA1-4D6B-E51B-802AEC232C7C}"/>
              </a:ext>
            </a:extLst>
          </p:cNvPr>
          <p:cNvSpPr/>
          <p:nvPr/>
        </p:nvSpPr>
        <p:spPr>
          <a:xfrm>
            <a:off x="1498782" y="3995803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4845D9B-569C-33D9-BC62-801A9352D783}"/>
              </a:ext>
            </a:extLst>
          </p:cNvPr>
          <p:cNvSpPr/>
          <p:nvPr/>
        </p:nvSpPr>
        <p:spPr>
          <a:xfrm>
            <a:off x="2150136" y="3995803"/>
            <a:ext cx="1557568" cy="541752"/>
          </a:xfrm>
          <a:prstGeom prst="rect">
            <a:avLst/>
          </a:prstGeom>
          <a:ln>
            <a:noFill/>
          </a:ln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유파 이름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ECD37C46-120B-7C24-D81B-371E5CBCB928}"/>
              </a:ext>
            </a:extLst>
          </p:cNvPr>
          <p:cNvSpPr/>
          <p:nvPr/>
        </p:nvSpPr>
        <p:spPr>
          <a:xfrm>
            <a:off x="1498782" y="4866360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5EF260FF-0747-5423-CC22-807B79EAE89A}"/>
              </a:ext>
            </a:extLst>
          </p:cNvPr>
          <p:cNvSpPr/>
          <p:nvPr/>
        </p:nvSpPr>
        <p:spPr>
          <a:xfrm>
            <a:off x="1498782" y="5239008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50B1423-0846-3E7F-FFFE-84E6A055290B}"/>
              </a:ext>
            </a:extLst>
          </p:cNvPr>
          <p:cNvSpPr/>
          <p:nvPr/>
        </p:nvSpPr>
        <p:spPr>
          <a:xfrm>
            <a:off x="1498782" y="5611656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2353D9D-D3C9-0E1F-1C2E-420ADF929830}"/>
              </a:ext>
            </a:extLst>
          </p:cNvPr>
          <p:cNvSpPr/>
          <p:nvPr/>
        </p:nvSpPr>
        <p:spPr>
          <a:xfrm>
            <a:off x="1498782" y="5984304"/>
            <a:ext cx="2158242" cy="31315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719DACBD-978D-C615-7DDF-62ADFC0927E2}"/>
              </a:ext>
            </a:extLst>
          </p:cNvPr>
          <p:cNvSpPr/>
          <p:nvPr/>
        </p:nvSpPr>
        <p:spPr>
          <a:xfrm>
            <a:off x="4073262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1DBD141-1E53-35B0-A982-281E8D673FA2}"/>
              </a:ext>
            </a:extLst>
          </p:cNvPr>
          <p:cNvSpPr/>
          <p:nvPr/>
        </p:nvSpPr>
        <p:spPr>
          <a:xfrm>
            <a:off x="4755619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134B37D3-730D-3AF0-257E-435B5547D5B2}"/>
              </a:ext>
            </a:extLst>
          </p:cNvPr>
          <p:cNvSpPr/>
          <p:nvPr/>
        </p:nvSpPr>
        <p:spPr>
          <a:xfrm>
            <a:off x="5437976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C01F430-CCBB-E838-E606-02E5CA4E0F22}"/>
              </a:ext>
            </a:extLst>
          </p:cNvPr>
          <p:cNvSpPr/>
          <p:nvPr/>
        </p:nvSpPr>
        <p:spPr>
          <a:xfrm>
            <a:off x="6120333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88089C3-57B3-9479-F3F1-8186A51B7EB5}"/>
              </a:ext>
            </a:extLst>
          </p:cNvPr>
          <p:cNvSpPr/>
          <p:nvPr/>
        </p:nvSpPr>
        <p:spPr>
          <a:xfrm>
            <a:off x="6807335" y="165265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8345B844-AA68-09D1-A63A-A58A542F1BD9}"/>
              </a:ext>
            </a:extLst>
          </p:cNvPr>
          <p:cNvSpPr/>
          <p:nvPr/>
        </p:nvSpPr>
        <p:spPr>
          <a:xfrm>
            <a:off x="4073262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D309F07-EA42-89CE-760C-7DE144D93353}"/>
              </a:ext>
            </a:extLst>
          </p:cNvPr>
          <p:cNvSpPr/>
          <p:nvPr/>
        </p:nvSpPr>
        <p:spPr>
          <a:xfrm>
            <a:off x="4755619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5CEA00E-0B6C-BB2F-70BF-0290AE5C83CF}"/>
              </a:ext>
            </a:extLst>
          </p:cNvPr>
          <p:cNvSpPr/>
          <p:nvPr/>
        </p:nvSpPr>
        <p:spPr>
          <a:xfrm>
            <a:off x="5437976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7D191471-2B6B-AA9D-59DB-A2D8D5EFF753}"/>
              </a:ext>
            </a:extLst>
          </p:cNvPr>
          <p:cNvSpPr/>
          <p:nvPr/>
        </p:nvSpPr>
        <p:spPr>
          <a:xfrm>
            <a:off x="6120333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75FA524E-941F-9986-BF91-84454E65D812}"/>
              </a:ext>
            </a:extLst>
          </p:cNvPr>
          <p:cNvSpPr/>
          <p:nvPr/>
        </p:nvSpPr>
        <p:spPr>
          <a:xfrm>
            <a:off x="6807335" y="229058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9C1C69D-6F9D-4A20-6D94-219107042B17}"/>
              </a:ext>
            </a:extLst>
          </p:cNvPr>
          <p:cNvSpPr/>
          <p:nvPr/>
        </p:nvSpPr>
        <p:spPr>
          <a:xfrm>
            <a:off x="4073262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B37546C-B9D5-9FFC-8364-1BF08E1BBEEC}"/>
              </a:ext>
            </a:extLst>
          </p:cNvPr>
          <p:cNvSpPr/>
          <p:nvPr/>
        </p:nvSpPr>
        <p:spPr>
          <a:xfrm>
            <a:off x="4755619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4BE69FB-105D-ADB5-5B83-B3B32001446F}"/>
              </a:ext>
            </a:extLst>
          </p:cNvPr>
          <p:cNvSpPr/>
          <p:nvPr/>
        </p:nvSpPr>
        <p:spPr>
          <a:xfrm>
            <a:off x="5437976" y="2928511"/>
            <a:ext cx="565925" cy="54175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998B813C-D25B-A0A7-5E04-EB211203D25D}"/>
              </a:ext>
            </a:extLst>
          </p:cNvPr>
          <p:cNvSpPr txBox="1"/>
          <p:nvPr/>
        </p:nvSpPr>
        <p:spPr>
          <a:xfrm>
            <a:off x="1341589" y="473044"/>
            <a:ext cx="8785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※ </a:t>
            </a:r>
            <a:r>
              <a:rPr lang="ko-KR" altLang="en-US" dirty="0"/>
              <a:t>선택한 아이템이 없으면 리스트가 하단으로 확장되어 표시</a:t>
            </a:r>
            <a:r>
              <a:rPr lang="en-US" altLang="ko-KR" dirty="0"/>
              <a:t>. (</a:t>
            </a:r>
            <a:r>
              <a:rPr lang="ko-KR" altLang="en-US" dirty="0"/>
              <a:t>상세 정보 부분 제거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5130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415</TotalTime>
  <Words>130</Words>
  <Application>Microsoft Office PowerPoint</Application>
  <PresentationFormat>와이드스크린</PresentationFormat>
  <Paragraphs>78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HyunJin Kim</dc:creator>
  <cp:lastModifiedBy>HyunJin Kim</cp:lastModifiedBy>
  <cp:revision>2</cp:revision>
  <dcterms:created xsi:type="dcterms:W3CDTF">2025-10-21T12:30:24Z</dcterms:created>
  <dcterms:modified xsi:type="dcterms:W3CDTF">2025-10-22T14:25:11Z</dcterms:modified>
</cp:coreProperties>
</file>