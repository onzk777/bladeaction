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60381-D352-F601-ED37-061CCABA7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490A68-3D07-4FD5-7970-B988A609E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73C1F-0830-EBFB-039A-30CE01A5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2A37F-B4AA-E91E-DD84-D9FD6893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EEEB0-AD41-D4A8-D954-0B01D7E8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34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61FB7-1ADF-B5B4-D22B-44FC7CCA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1DB1A-F102-F04C-1398-012D8A9E8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6EBBC-5AEB-EAEE-3F16-FEFC0D69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ED00C7-9741-765E-910B-5E0021C5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06B6A-3D2A-B86C-4EF3-076B5E06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80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1A82D-47F0-37FF-1507-1535784B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2300C-A0A9-0679-0857-228023C2C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DDD8B-6490-3A3A-4D6C-36B744DD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F2B30-BDD8-E0F8-88A6-028607BC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23206-DE89-62D3-7C68-13074A86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50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DC730-AE9D-F728-323C-1B116538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CAFE7-7420-DE2F-8147-09975EEF8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BB9620-A4DC-B2DB-5711-615BE34EC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0930CB-4746-79E7-9139-CF976AD3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C33E4-2196-F752-C14D-E00748D3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5BAA0-B41E-8E43-8B09-059F2CD0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35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70784-44EA-1465-2BBF-5AB37721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D513A-CA4B-239E-4217-288D0D99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9278D7-B05A-E161-846D-44B3995C8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3CBF31-9F9E-BE9A-CBFE-F0E26C475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0D596C-EB3E-E728-4ED2-D3134968B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F23865-2955-E539-ECE3-16056F7F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8F3E44-96CE-1F55-6BA6-9F1455EA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2E8BF9-0A52-CC86-84ED-F921134E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35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A072C-8379-8C9D-426F-3B57A711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940C2-CBE9-9910-DAED-34991F7A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3592E8-798F-8A0C-8184-BAEF5D44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4DBC54-5501-6903-C8E9-23D3DE8A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8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1B45E5-83C0-7CF9-9533-9561CB08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749C6A-F221-122C-A279-AF4494F0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246F8-37EC-D0C3-8885-BB76F915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CE821-48D7-6A25-157B-7FA4F9B0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5D3A2B-B9CB-0606-51CC-4345816CD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ADC884-BF0C-2EEC-2749-C05C061B7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4F3732-F265-7225-832B-9108F47B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D4B973-6900-2F48-95EE-345313F2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AADAF3-3BF9-5183-CBF5-53D7A777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40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977D-F8C9-B861-431D-BF204E75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EF8B8E-D652-45E6-8E9F-0E1AEFB4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DE3767-FC51-68AB-6CA1-5429D6C99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D8F9F3-78A1-93A2-16CD-9C351D51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6F867-3DA8-55CD-F828-46288CA0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EACE58-A7E4-F82A-9BFB-375AE400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02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7C81-48DF-7A07-441E-D983F3FA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5C0E4A-4704-8D80-E077-931956FD4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5A542-9765-12EC-F2E2-C0D2FB5D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CB68B-378B-F768-5FFC-AFFC13FB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92462-0F03-C806-A096-0F4AFC12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31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8AC830-849C-AF62-2A13-F34454C54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4DBFF-CC9F-96FC-3CFB-D7266528A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CEDE0-573D-968C-D4D5-BDC833FE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66CFB-BDCD-095C-3B98-A1C354FB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A2B9E-7E06-358E-3DB3-36D562EC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8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C54BE7-5024-6B35-6161-03576442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0D8B8-9953-BCB0-BCD8-4C0457A47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5F1961-18D7-67E5-E5AB-7AB2EC356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DA38A-AD18-4514-81BD-890B8AE83131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BB12A0-04F9-619E-7250-89C7890BB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B2EFC-0084-5509-9719-4FF866CCE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20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D4D7F-9A66-12CD-22B9-0C0333BD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89D628-4651-157B-A3E3-DAE07918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 기본 정보</a:t>
            </a:r>
            <a:endParaRPr lang="en-US" altLang="ko-KR" dirty="0"/>
          </a:p>
          <a:p>
            <a:r>
              <a:rPr lang="ko-KR" altLang="en-US" b="1" dirty="0"/>
              <a:t>인벤토리</a:t>
            </a:r>
            <a:endParaRPr lang="en-US" altLang="ko-KR" b="1" dirty="0"/>
          </a:p>
          <a:p>
            <a:r>
              <a:rPr lang="ko-KR" altLang="en-US" dirty="0"/>
              <a:t>캐릭터 </a:t>
            </a:r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</p:spTree>
    <p:extLst>
      <p:ext uri="{BB962C8B-B14F-4D97-AF65-F5344CB8AC3E}">
        <p14:creationId xmlns:p14="http://schemas.microsoft.com/office/powerpoint/2010/main" val="2376358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4DCAD9C-6512-56B7-4E98-857C7E5CA923}"/>
              </a:ext>
            </a:extLst>
          </p:cNvPr>
          <p:cNvSpPr/>
          <p:nvPr/>
        </p:nvSpPr>
        <p:spPr>
          <a:xfrm>
            <a:off x="1346548" y="1584544"/>
            <a:ext cx="2492679" cy="2386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/>
              <a:t>장비 슬롯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599BC-F992-DF97-FB4F-11B60EAD0552}"/>
              </a:ext>
            </a:extLst>
          </p:cNvPr>
          <p:cNvSpPr/>
          <p:nvPr/>
        </p:nvSpPr>
        <p:spPr>
          <a:xfrm>
            <a:off x="3989540" y="1584543"/>
            <a:ext cx="3475972" cy="3051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리스트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4E1591-FE7A-CD29-49BE-1B58E7D46270}"/>
              </a:ext>
            </a:extLst>
          </p:cNvPr>
          <p:cNvSpPr/>
          <p:nvPr/>
        </p:nvSpPr>
        <p:spPr>
          <a:xfrm>
            <a:off x="3989541" y="4736217"/>
            <a:ext cx="3475972" cy="1645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현재 선택한</a:t>
            </a:r>
            <a:r>
              <a:rPr lang="en-US" altLang="ko-KR" dirty="0"/>
              <a:t>) </a:t>
            </a:r>
            <a:r>
              <a:rPr lang="ko-KR" altLang="en-US" dirty="0"/>
              <a:t>아이템 상세 정보</a:t>
            </a:r>
            <a:endParaRPr lang="en-US" altLang="ko-KR" dirty="0"/>
          </a:p>
          <a:p>
            <a:pPr algn="ctr"/>
            <a:r>
              <a:rPr lang="en-US" altLang="ko-KR" dirty="0"/>
              <a:t>+ </a:t>
            </a:r>
            <a:r>
              <a:rPr lang="ko-KR" altLang="en-US" dirty="0"/>
              <a:t>액션 버튼들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4E5C37-A457-BC10-5089-7FC9E80DA52D}"/>
              </a:ext>
            </a:extLst>
          </p:cNvPr>
          <p:cNvSpPr/>
          <p:nvPr/>
        </p:nvSpPr>
        <p:spPr>
          <a:xfrm>
            <a:off x="1346548" y="4121062"/>
            <a:ext cx="2492679" cy="2260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장착 유파</a:t>
            </a:r>
            <a:endParaRPr lang="en-US" altLang="ko-KR" dirty="0"/>
          </a:p>
          <a:p>
            <a:pPr algn="ctr"/>
            <a:r>
              <a:rPr lang="en-US" altLang="ko-KR" dirty="0"/>
              <a:t>+</a:t>
            </a:r>
          </a:p>
          <a:p>
            <a:pPr algn="ctr"/>
            <a:r>
              <a:rPr lang="ko-KR" altLang="en-US" dirty="0"/>
              <a:t>검술 리스트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3476C11-91FF-3E28-F16F-828D8168F3E6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1289DC-050A-19DC-8F9B-740F1D8A579B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A603F2A-B491-3DEA-7A4A-7378AFE74B08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40F0C01-7306-CC9E-C330-D4183E0E355C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92ADE4F-7035-8E6F-23B9-580529E7B624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1959BBD-6DE9-B26B-338B-8E7CFF0213A3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9D020F9-CF4F-620B-4B9F-556ED763A70D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16EB0F-9AC9-6858-CD2A-2A61535172D4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321CEC1-20B6-D2B0-5786-38CAA8200719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E34BEAC-7625-F71E-15F2-C5D316CBA107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50DC88-7C97-C775-871F-7FB85ABA2B62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A508B-9DA4-F3C5-DD8D-7997C4D3034A}"/>
              </a:ext>
            </a:extLst>
          </p:cNvPr>
          <p:cNvSpPr txBox="1"/>
          <p:nvPr/>
        </p:nvSpPr>
        <p:spPr>
          <a:xfrm>
            <a:off x="1524" y="0"/>
            <a:ext cx="1219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대략적인 레이아웃</a:t>
            </a:r>
          </a:p>
        </p:txBody>
      </p:sp>
    </p:spTree>
    <p:extLst>
      <p:ext uri="{BB962C8B-B14F-4D97-AF65-F5344CB8AC3E}">
        <p14:creationId xmlns:p14="http://schemas.microsoft.com/office/powerpoint/2010/main" val="191588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30E7-4759-D832-A361-2696F58E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449C8F48-F46A-7CEC-1185-101E46D60F36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나중에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8CE005-38C3-B90C-C4FA-DE5D272D7107}"/>
              </a:ext>
            </a:extLst>
          </p:cNvPr>
          <p:cNvSpPr/>
          <p:nvPr/>
        </p:nvSpPr>
        <p:spPr>
          <a:xfrm>
            <a:off x="1346548" y="1584544"/>
            <a:ext cx="2492679" cy="22108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8F13A5-6F9E-5A53-119F-7D33A09C195F}"/>
              </a:ext>
            </a:extLst>
          </p:cNvPr>
          <p:cNvSpPr/>
          <p:nvPr/>
        </p:nvSpPr>
        <p:spPr>
          <a:xfrm>
            <a:off x="3989540" y="1584543"/>
            <a:ext cx="3475972" cy="302403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2C747FC-602D-632D-C97B-9DB1F9F24205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6381CAD-4020-A4EB-5A5C-FD4D69FF1052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630D92A-C3DF-DDEA-FA0F-40C8CFE06F34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07CFE6A-A801-65E4-F400-D17355E3EC82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158F4B-067C-2AC1-7B91-8D21FBB4432B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937AD8-367E-5890-F954-8B7E1532322F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6BD931D-178C-B676-B811-DACF73AFD7B3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C11980-A112-4512-6D55-C7A8B7C75AAB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B2C4862-4967-7086-E2BA-DD9C4D92E334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730EC93-68A5-50D3-EE49-6334A2C009EB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8B97D6-6626-7F70-5074-6C139F7EC8DA}"/>
              </a:ext>
            </a:extLst>
          </p:cNvPr>
          <p:cNvSpPr/>
          <p:nvPr/>
        </p:nvSpPr>
        <p:spPr>
          <a:xfrm>
            <a:off x="152874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CD3743-FD8B-9B38-FF5F-9C20E31CFF7E}"/>
              </a:ext>
            </a:extLst>
          </p:cNvPr>
          <p:cNvSpPr/>
          <p:nvPr/>
        </p:nvSpPr>
        <p:spPr>
          <a:xfrm>
            <a:off x="1498782" y="1712934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14CEDB-DF82-1799-FCCA-91CE01714221}"/>
              </a:ext>
            </a:extLst>
          </p:cNvPr>
          <p:cNvSpPr/>
          <p:nvPr/>
        </p:nvSpPr>
        <p:spPr>
          <a:xfrm>
            <a:off x="1498782" y="2387772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700B86-2764-60BC-813B-950B3C4DE8F3}"/>
              </a:ext>
            </a:extLst>
          </p:cNvPr>
          <p:cNvSpPr/>
          <p:nvPr/>
        </p:nvSpPr>
        <p:spPr>
          <a:xfrm>
            <a:off x="2309924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0637CD-7A47-06A7-6077-1AA48209EE7C}"/>
              </a:ext>
            </a:extLst>
          </p:cNvPr>
          <p:cNvSpPr/>
          <p:nvPr/>
        </p:nvSpPr>
        <p:spPr>
          <a:xfrm>
            <a:off x="309109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3584B1-F0F1-5B16-DA84-766AC2C3026E}"/>
              </a:ext>
            </a:extLst>
          </p:cNvPr>
          <p:cNvSpPr/>
          <p:nvPr/>
        </p:nvSpPr>
        <p:spPr>
          <a:xfrm>
            <a:off x="2150136" y="1712934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무기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C17A5A-1DD4-E09E-5C27-6BD4C19C11B7}"/>
              </a:ext>
            </a:extLst>
          </p:cNvPr>
          <p:cNvSpPr/>
          <p:nvPr/>
        </p:nvSpPr>
        <p:spPr>
          <a:xfrm>
            <a:off x="2150136" y="2383076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방어구</a:t>
            </a:r>
            <a:r>
              <a:rPr lang="ko-KR" altLang="en-US" dirty="0"/>
              <a:t>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977349-FC84-6660-683D-00AFE9CA631C}"/>
              </a:ext>
            </a:extLst>
          </p:cNvPr>
          <p:cNvSpPr/>
          <p:nvPr/>
        </p:nvSpPr>
        <p:spPr>
          <a:xfrm>
            <a:off x="1433898" y="1652651"/>
            <a:ext cx="2323910" cy="6583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0134DE-FF1F-378B-7670-C45EC197D03F}"/>
              </a:ext>
            </a:extLst>
          </p:cNvPr>
          <p:cNvSpPr/>
          <p:nvPr/>
        </p:nvSpPr>
        <p:spPr>
          <a:xfrm>
            <a:off x="3989540" y="4708785"/>
            <a:ext cx="3475972" cy="16719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3D44F7-77FC-0DEE-0792-29B603599A02}"/>
              </a:ext>
            </a:extLst>
          </p:cNvPr>
          <p:cNvSpPr/>
          <p:nvPr/>
        </p:nvSpPr>
        <p:spPr>
          <a:xfrm>
            <a:off x="4122225" y="4753531"/>
            <a:ext cx="468001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B6C07ED-2348-2D5B-37A5-B2D0F3CA82F3}"/>
              </a:ext>
            </a:extLst>
          </p:cNvPr>
          <p:cNvSpPr/>
          <p:nvPr/>
        </p:nvSpPr>
        <p:spPr>
          <a:xfrm>
            <a:off x="4722911" y="4813626"/>
            <a:ext cx="1459346" cy="345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무기 이름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788C168-9549-894B-3BD2-3F3F3859EEC8}"/>
              </a:ext>
            </a:extLst>
          </p:cNvPr>
          <p:cNvSpPr/>
          <p:nvPr/>
        </p:nvSpPr>
        <p:spPr>
          <a:xfrm>
            <a:off x="4099321" y="5626231"/>
            <a:ext cx="3247954" cy="436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/>
              <a:t>능력치 이름 </a:t>
            </a:r>
            <a:r>
              <a:rPr lang="en-US" altLang="ko-KR" sz="1100"/>
              <a:t>: + 100</a:t>
            </a:r>
          </a:p>
          <a:p>
            <a:pPr algn="just"/>
            <a:r>
              <a:rPr lang="ko-KR" altLang="en-US" sz="1100"/>
              <a:t>능력치 </a:t>
            </a:r>
            <a:r>
              <a:rPr lang="ko-KR" altLang="en-US" sz="1100" dirty="0"/>
              <a:t>이름 </a:t>
            </a:r>
            <a:r>
              <a:rPr lang="en-US" altLang="ko-KR" sz="1100"/>
              <a:t>: + 100</a:t>
            </a:r>
            <a:endParaRPr lang="ko-KR" altLang="en-US" sz="11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CB6131-41DF-6A76-EF41-51476D68F088}"/>
              </a:ext>
            </a:extLst>
          </p:cNvPr>
          <p:cNvSpPr/>
          <p:nvPr/>
        </p:nvSpPr>
        <p:spPr>
          <a:xfrm>
            <a:off x="4099321" y="5259177"/>
            <a:ext cx="3225051" cy="432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/>
              <a:t>짧은 설명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332B88-575D-3767-2D10-1B5B84932357}"/>
              </a:ext>
            </a:extLst>
          </p:cNvPr>
          <p:cNvSpPr/>
          <p:nvPr/>
        </p:nvSpPr>
        <p:spPr>
          <a:xfrm>
            <a:off x="4122224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장착 해제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DF009F-D1C1-320A-0E8E-5535B7289E86}"/>
              </a:ext>
            </a:extLst>
          </p:cNvPr>
          <p:cNvSpPr/>
          <p:nvPr/>
        </p:nvSpPr>
        <p:spPr>
          <a:xfrm>
            <a:off x="5213095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어쩌고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E3A3BF-240D-369B-6BB3-D8722D0E1C4C}"/>
              </a:ext>
            </a:extLst>
          </p:cNvPr>
          <p:cNvSpPr/>
          <p:nvPr/>
        </p:nvSpPr>
        <p:spPr>
          <a:xfrm>
            <a:off x="6303966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버리기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B7FFE3-75E9-3EAC-83F9-7A889D8705A4}"/>
              </a:ext>
            </a:extLst>
          </p:cNvPr>
          <p:cNvSpPr/>
          <p:nvPr/>
        </p:nvSpPr>
        <p:spPr>
          <a:xfrm>
            <a:off x="4073262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44E765-F6BD-8C2D-EEC2-4A686C35B8E8}"/>
              </a:ext>
            </a:extLst>
          </p:cNvPr>
          <p:cNvSpPr/>
          <p:nvPr/>
        </p:nvSpPr>
        <p:spPr>
          <a:xfrm>
            <a:off x="4755619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C7B1857-784A-2B02-FED8-74573294BAC9}"/>
              </a:ext>
            </a:extLst>
          </p:cNvPr>
          <p:cNvSpPr/>
          <p:nvPr/>
        </p:nvSpPr>
        <p:spPr>
          <a:xfrm>
            <a:off x="5437976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68E0CE-D7ED-C2C8-C160-63C2D1286F45}"/>
              </a:ext>
            </a:extLst>
          </p:cNvPr>
          <p:cNvSpPr/>
          <p:nvPr/>
        </p:nvSpPr>
        <p:spPr>
          <a:xfrm>
            <a:off x="6120333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9790B82-655A-4690-4217-3593CF3F00CA}"/>
              </a:ext>
            </a:extLst>
          </p:cNvPr>
          <p:cNvSpPr/>
          <p:nvPr/>
        </p:nvSpPr>
        <p:spPr>
          <a:xfrm>
            <a:off x="6807335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C3849F0-BB3F-8622-EBD3-8788BD6E3FD4}"/>
              </a:ext>
            </a:extLst>
          </p:cNvPr>
          <p:cNvSpPr/>
          <p:nvPr/>
        </p:nvSpPr>
        <p:spPr>
          <a:xfrm>
            <a:off x="4073262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95B582E-B362-D52C-BAE3-9384086018E8}"/>
              </a:ext>
            </a:extLst>
          </p:cNvPr>
          <p:cNvSpPr/>
          <p:nvPr/>
        </p:nvSpPr>
        <p:spPr>
          <a:xfrm>
            <a:off x="4755619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59425DA-3522-9910-84F7-6E36CCEADB70}"/>
              </a:ext>
            </a:extLst>
          </p:cNvPr>
          <p:cNvSpPr/>
          <p:nvPr/>
        </p:nvSpPr>
        <p:spPr>
          <a:xfrm>
            <a:off x="5437976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25C063B-4C5D-A2B4-7742-DF4E54AA9709}"/>
              </a:ext>
            </a:extLst>
          </p:cNvPr>
          <p:cNvSpPr/>
          <p:nvPr/>
        </p:nvSpPr>
        <p:spPr>
          <a:xfrm>
            <a:off x="6120333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DC67BCC-6DF4-13DF-A205-A9E0787B85B8}"/>
              </a:ext>
            </a:extLst>
          </p:cNvPr>
          <p:cNvSpPr/>
          <p:nvPr/>
        </p:nvSpPr>
        <p:spPr>
          <a:xfrm>
            <a:off x="6807335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2A1F528-550B-983F-3417-4E0A936603ED}"/>
              </a:ext>
            </a:extLst>
          </p:cNvPr>
          <p:cNvSpPr/>
          <p:nvPr/>
        </p:nvSpPr>
        <p:spPr>
          <a:xfrm>
            <a:off x="4073262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338E3B6-A614-9300-A6DA-3CE0CD1589D7}"/>
              </a:ext>
            </a:extLst>
          </p:cNvPr>
          <p:cNvSpPr/>
          <p:nvPr/>
        </p:nvSpPr>
        <p:spPr>
          <a:xfrm>
            <a:off x="4755619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5E6680A-58CC-128A-1CA6-DFB25E2038B5}"/>
              </a:ext>
            </a:extLst>
          </p:cNvPr>
          <p:cNvSpPr/>
          <p:nvPr/>
        </p:nvSpPr>
        <p:spPr>
          <a:xfrm>
            <a:off x="5437976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1BF404-43AA-8277-DABE-20B0C856ACE1}"/>
              </a:ext>
            </a:extLst>
          </p:cNvPr>
          <p:cNvSpPr txBox="1"/>
          <p:nvPr/>
        </p:nvSpPr>
        <p:spPr>
          <a:xfrm>
            <a:off x="1341589" y="4730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선택한 아이템의 상세 정보가 표시되는 상황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243F45-9074-0601-231D-DFBB80C41E03}"/>
              </a:ext>
            </a:extLst>
          </p:cNvPr>
          <p:cNvSpPr/>
          <p:nvPr/>
        </p:nvSpPr>
        <p:spPr>
          <a:xfrm>
            <a:off x="1346548" y="3895596"/>
            <a:ext cx="2492679" cy="248641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B1E621-90EF-C75E-16FC-AB3C8ED40BFC}"/>
              </a:ext>
            </a:extLst>
          </p:cNvPr>
          <p:cNvSpPr/>
          <p:nvPr/>
        </p:nvSpPr>
        <p:spPr>
          <a:xfrm>
            <a:off x="1498782" y="3995803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917004-88F0-21E5-8294-5F7A409FEF4C}"/>
              </a:ext>
            </a:extLst>
          </p:cNvPr>
          <p:cNvSpPr/>
          <p:nvPr/>
        </p:nvSpPr>
        <p:spPr>
          <a:xfrm>
            <a:off x="2150136" y="3995803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408D8F-ECD7-864B-C948-A39AAF338FE8}"/>
              </a:ext>
            </a:extLst>
          </p:cNvPr>
          <p:cNvSpPr/>
          <p:nvPr/>
        </p:nvSpPr>
        <p:spPr>
          <a:xfrm>
            <a:off x="1498782" y="5145066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EDFBC45-8DB5-FD57-A824-04C55026CD51}"/>
              </a:ext>
            </a:extLst>
          </p:cNvPr>
          <p:cNvSpPr/>
          <p:nvPr/>
        </p:nvSpPr>
        <p:spPr>
          <a:xfrm>
            <a:off x="1498782" y="5445141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B18C7E-1D9D-6174-E5B9-AB16890A599E}"/>
              </a:ext>
            </a:extLst>
          </p:cNvPr>
          <p:cNvSpPr/>
          <p:nvPr/>
        </p:nvSpPr>
        <p:spPr>
          <a:xfrm>
            <a:off x="1498782" y="5745216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824D10-95C6-719B-E0DC-D4B560A7387F}"/>
              </a:ext>
            </a:extLst>
          </p:cNvPr>
          <p:cNvSpPr/>
          <p:nvPr/>
        </p:nvSpPr>
        <p:spPr>
          <a:xfrm>
            <a:off x="1498782" y="6045290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ECEDDF9-25E7-D3E5-6797-EA018673EBA0}"/>
              </a:ext>
            </a:extLst>
          </p:cNvPr>
          <p:cNvSpPr/>
          <p:nvPr/>
        </p:nvSpPr>
        <p:spPr>
          <a:xfrm>
            <a:off x="1498090" y="4637762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9264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D4DB-5603-304A-9987-165DEFE0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A1C0C7-5203-4BE6-2366-41BAF941E65F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나중에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FE315F-E61F-F0BE-E8AA-7E4B16E01DA4}"/>
              </a:ext>
            </a:extLst>
          </p:cNvPr>
          <p:cNvSpPr/>
          <p:nvPr/>
        </p:nvSpPr>
        <p:spPr>
          <a:xfrm>
            <a:off x="1346548" y="1584544"/>
            <a:ext cx="2492679" cy="22108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A441A4-7049-1B55-05C6-58095B070F8A}"/>
              </a:ext>
            </a:extLst>
          </p:cNvPr>
          <p:cNvSpPr/>
          <p:nvPr/>
        </p:nvSpPr>
        <p:spPr>
          <a:xfrm>
            <a:off x="3989540" y="1584543"/>
            <a:ext cx="3475972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7081F3-369F-6D10-B45D-3A44D24E4AAB}"/>
              </a:ext>
            </a:extLst>
          </p:cNvPr>
          <p:cNvSpPr/>
          <p:nvPr/>
        </p:nvSpPr>
        <p:spPr>
          <a:xfrm>
            <a:off x="1346548" y="3895596"/>
            <a:ext cx="2492679" cy="248641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29DE50-408C-AF02-27C0-15AFC1A1B124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FAD683-D7E6-19C5-C88A-790F8B280DA0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C73F9D7-2D2E-03E9-B63E-53053CB44788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AF6EB70-F5BE-BC1C-3974-477AC0513E58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FD38E77-6379-A21B-1DAB-E2036855865B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7AB2AE5-03F9-68A2-E347-03F2DD1B7B62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B05A433-160D-9E63-A49C-6A3F787EA597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EE9F37B-D508-C567-A7EC-D8F6C72B7E96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80458D-F6A3-C524-A285-7324558D2AD5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891BC4-2AAD-F374-E190-8442F350242D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C72300-EBD5-B0E2-20B1-FFF093DA10AA}"/>
              </a:ext>
            </a:extLst>
          </p:cNvPr>
          <p:cNvSpPr/>
          <p:nvPr/>
        </p:nvSpPr>
        <p:spPr>
          <a:xfrm>
            <a:off x="152874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A3A781-CE73-542D-1796-AAACFD4B8667}"/>
              </a:ext>
            </a:extLst>
          </p:cNvPr>
          <p:cNvSpPr/>
          <p:nvPr/>
        </p:nvSpPr>
        <p:spPr>
          <a:xfrm>
            <a:off x="1498782" y="1712934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B89A69-A509-1A91-A31D-75C21D216733}"/>
              </a:ext>
            </a:extLst>
          </p:cNvPr>
          <p:cNvSpPr/>
          <p:nvPr/>
        </p:nvSpPr>
        <p:spPr>
          <a:xfrm>
            <a:off x="1498782" y="2387772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2DDB03-8F2C-32E2-6DFD-0073A8CE1B24}"/>
              </a:ext>
            </a:extLst>
          </p:cNvPr>
          <p:cNvSpPr/>
          <p:nvPr/>
        </p:nvSpPr>
        <p:spPr>
          <a:xfrm>
            <a:off x="2309924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AEC51F-9CC5-A641-144A-86785C874E86}"/>
              </a:ext>
            </a:extLst>
          </p:cNvPr>
          <p:cNvSpPr/>
          <p:nvPr/>
        </p:nvSpPr>
        <p:spPr>
          <a:xfrm>
            <a:off x="309109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683475-0AA7-E766-02A5-5113A0B3BF15}"/>
              </a:ext>
            </a:extLst>
          </p:cNvPr>
          <p:cNvSpPr/>
          <p:nvPr/>
        </p:nvSpPr>
        <p:spPr>
          <a:xfrm>
            <a:off x="2150136" y="1712934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무기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55F559-75DC-9638-92E2-BB040EBF9838}"/>
              </a:ext>
            </a:extLst>
          </p:cNvPr>
          <p:cNvSpPr/>
          <p:nvPr/>
        </p:nvSpPr>
        <p:spPr>
          <a:xfrm>
            <a:off x="2150136" y="2383076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방어구</a:t>
            </a:r>
            <a:r>
              <a:rPr lang="ko-KR" altLang="en-US" dirty="0"/>
              <a:t>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146081-9C92-B92D-FFB1-80B080780A76}"/>
              </a:ext>
            </a:extLst>
          </p:cNvPr>
          <p:cNvSpPr/>
          <p:nvPr/>
        </p:nvSpPr>
        <p:spPr>
          <a:xfrm>
            <a:off x="1433898" y="1652651"/>
            <a:ext cx="2323910" cy="6583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D0182C-8FA1-4D6B-E51B-802AEC232C7C}"/>
              </a:ext>
            </a:extLst>
          </p:cNvPr>
          <p:cNvSpPr/>
          <p:nvPr/>
        </p:nvSpPr>
        <p:spPr>
          <a:xfrm>
            <a:off x="1498782" y="3995803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845D9B-569C-33D9-BC62-801A9352D783}"/>
              </a:ext>
            </a:extLst>
          </p:cNvPr>
          <p:cNvSpPr/>
          <p:nvPr/>
        </p:nvSpPr>
        <p:spPr>
          <a:xfrm>
            <a:off x="2150136" y="3995803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D37C46-120B-7C24-D81B-371E5CBCB928}"/>
              </a:ext>
            </a:extLst>
          </p:cNvPr>
          <p:cNvSpPr/>
          <p:nvPr/>
        </p:nvSpPr>
        <p:spPr>
          <a:xfrm>
            <a:off x="1498782" y="5145066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F260FF-0747-5423-CC22-807B79EAE89A}"/>
              </a:ext>
            </a:extLst>
          </p:cNvPr>
          <p:cNvSpPr/>
          <p:nvPr/>
        </p:nvSpPr>
        <p:spPr>
          <a:xfrm>
            <a:off x="1498782" y="5445141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0B1423-0846-3E7F-FFFE-84E6A055290B}"/>
              </a:ext>
            </a:extLst>
          </p:cNvPr>
          <p:cNvSpPr/>
          <p:nvPr/>
        </p:nvSpPr>
        <p:spPr>
          <a:xfrm>
            <a:off x="1498782" y="5745216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2353D9D-D3C9-0E1F-1C2E-420ADF929830}"/>
              </a:ext>
            </a:extLst>
          </p:cNvPr>
          <p:cNvSpPr/>
          <p:nvPr/>
        </p:nvSpPr>
        <p:spPr>
          <a:xfrm>
            <a:off x="1498782" y="6045290"/>
            <a:ext cx="2158242" cy="2521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</a:t>
            </a:r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19DACBD-978D-C615-7DDF-62ADFC0927E2}"/>
              </a:ext>
            </a:extLst>
          </p:cNvPr>
          <p:cNvSpPr/>
          <p:nvPr/>
        </p:nvSpPr>
        <p:spPr>
          <a:xfrm>
            <a:off x="4073262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1DBD141-1E53-35B0-A982-281E8D673FA2}"/>
              </a:ext>
            </a:extLst>
          </p:cNvPr>
          <p:cNvSpPr/>
          <p:nvPr/>
        </p:nvSpPr>
        <p:spPr>
          <a:xfrm>
            <a:off x="4755619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34B37D3-730D-3AF0-257E-435B5547D5B2}"/>
              </a:ext>
            </a:extLst>
          </p:cNvPr>
          <p:cNvSpPr/>
          <p:nvPr/>
        </p:nvSpPr>
        <p:spPr>
          <a:xfrm>
            <a:off x="5437976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C01F430-CCBB-E838-E606-02E5CA4E0F22}"/>
              </a:ext>
            </a:extLst>
          </p:cNvPr>
          <p:cNvSpPr/>
          <p:nvPr/>
        </p:nvSpPr>
        <p:spPr>
          <a:xfrm>
            <a:off x="6120333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88089C3-57B3-9479-F3F1-8186A51B7EB5}"/>
              </a:ext>
            </a:extLst>
          </p:cNvPr>
          <p:cNvSpPr/>
          <p:nvPr/>
        </p:nvSpPr>
        <p:spPr>
          <a:xfrm>
            <a:off x="6807335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45B844-AA68-09D1-A63A-A58A542F1BD9}"/>
              </a:ext>
            </a:extLst>
          </p:cNvPr>
          <p:cNvSpPr/>
          <p:nvPr/>
        </p:nvSpPr>
        <p:spPr>
          <a:xfrm>
            <a:off x="4073262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309F07-EA42-89CE-760C-7DE144D93353}"/>
              </a:ext>
            </a:extLst>
          </p:cNvPr>
          <p:cNvSpPr/>
          <p:nvPr/>
        </p:nvSpPr>
        <p:spPr>
          <a:xfrm>
            <a:off x="4755619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5CEA00E-0B6C-BB2F-70BF-0290AE5C83CF}"/>
              </a:ext>
            </a:extLst>
          </p:cNvPr>
          <p:cNvSpPr/>
          <p:nvPr/>
        </p:nvSpPr>
        <p:spPr>
          <a:xfrm>
            <a:off x="5437976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D191471-2B6B-AA9D-59DB-A2D8D5EFF753}"/>
              </a:ext>
            </a:extLst>
          </p:cNvPr>
          <p:cNvSpPr/>
          <p:nvPr/>
        </p:nvSpPr>
        <p:spPr>
          <a:xfrm>
            <a:off x="6120333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5FA524E-941F-9986-BF91-84454E65D812}"/>
              </a:ext>
            </a:extLst>
          </p:cNvPr>
          <p:cNvSpPr/>
          <p:nvPr/>
        </p:nvSpPr>
        <p:spPr>
          <a:xfrm>
            <a:off x="6807335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9C1C69D-6F9D-4A20-6D94-219107042B17}"/>
              </a:ext>
            </a:extLst>
          </p:cNvPr>
          <p:cNvSpPr/>
          <p:nvPr/>
        </p:nvSpPr>
        <p:spPr>
          <a:xfrm>
            <a:off x="4073262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37546C-B9D5-9FFC-8364-1BF08E1BBEEC}"/>
              </a:ext>
            </a:extLst>
          </p:cNvPr>
          <p:cNvSpPr/>
          <p:nvPr/>
        </p:nvSpPr>
        <p:spPr>
          <a:xfrm>
            <a:off x="4755619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4BE69FB-105D-ADB5-5B83-B3B32001446F}"/>
              </a:ext>
            </a:extLst>
          </p:cNvPr>
          <p:cNvSpPr/>
          <p:nvPr/>
        </p:nvSpPr>
        <p:spPr>
          <a:xfrm>
            <a:off x="5437976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8B813C-D25B-A0A7-5E04-EB211203D25D}"/>
              </a:ext>
            </a:extLst>
          </p:cNvPr>
          <p:cNvSpPr txBox="1"/>
          <p:nvPr/>
        </p:nvSpPr>
        <p:spPr>
          <a:xfrm>
            <a:off x="1341589" y="473044"/>
            <a:ext cx="8785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선택한 아이템이 없으면 리스트가 하단으로 확장되어 표시</a:t>
            </a:r>
            <a:r>
              <a:rPr lang="en-US" altLang="ko-KR" dirty="0"/>
              <a:t>. (</a:t>
            </a:r>
            <a:r>
              <a:rPr lang="ko-KR" altLang="en-US" dirty="0"/>
              <a:t>상세 정보 부분 제거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D06420-502B-B697-F8A5-C6F3DD36D3AB}"/>
              </a:ext>
            </a:extLst>
          </p:cNvPr>
          <p:cNvSpPr/>
          <p:nvPr/>
        </p:nvSpPr>
        <p:spPr>
          <a:xfrm>
            <a:off x="1498090" y="4637762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1513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6976-5FD1-E2C8-D41A-4B84416A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F9498-23B4-59D3-09B0-E10FACCA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B0B80-8AA0-16E9-532A-A8EEF899F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검술 설정</a:t>
            </a:r>
            <a:endParaRPr lang="en-US" altLang="ko-KR" b="1" dirty="0"/>
          </a:p>
          <a:p>
            <a:pPr lvl="1"/>
            <a:r>
              <a:rPr lang="ko-KR" altLang="en-US" b="1" dirty="0"/>
              <a:t>보유 검술 및 유파 검술 리스트</a:t>
            </a:r>
            <a:endParaRPr lang="en-US" altLang="ko-KR" b="1" dirty="0"/>
          </a:p>
          <a:p>
            <a:pPr lvl="1"/>
            <a:r>
              <a:rPr lang="ko-KR" altLang="en-US" b="1" dirty="0"/>
              <a:t>사용할 검술 </a:t>
            </a:r>
            <a:r>
              <a:rPr lang="en-US" altLang="ko-KR" b="1" dirty="0"/>
              <a:t>4</a:t>
            </a:r>
            <a:r>
              <a:rPr lang="ko-KR" altLang="en-US" b="1" dirty="0"/>
              <a:t>개 설정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62489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7DB5-F871-CB97-487C-50EA78D8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CA6E4FC-C985-3BE4-946C-2DA85CA5A462}"/>
              </a:ext>
            </a:extLst>
          </p:cNvPr>
          <p:cNvSpPr/>
          <p:nvPr/>
        </p:nvSpPr>
        <p:spPr>
          <a:xfrm>
            <a:off x="3989540" y="1584543"/>
            <a:ext cx="3475972" cy="3051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검술 리스트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CE6D9E-0D89-5BFF-EAF7-144C3B859B04}"/>
              </a:ext>
            </a:extLst>
          </p:cNvPr>
          <p:cNvSpPr/>
          <p:nvPr/>
        </p:nvSpPr>
        <p:spPr>
          <a:xfrm>
            <a:off x="3989541" y="4736217"/>
            <a:ext cx="3475972" cy="1645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현재 선택한</a:t>
            </a:r>
            <a:r>
              <a:rPr lang="en-US" altLang="ko-KR" dirty="0"/>
              <a:t>) </a:t>
            </a:r>
            <a:r>
              <a:rPr lang="ko-KR" altLang="en-US" dirty="0"/>
              <a:t>검술 상세 정보</a:t>
            </a:r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709F1E-5AB6-8F4C-6D6C-F97D50618CD3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C085AA-F2D9-C6CE-2513-DA731EA2A556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85DF7E4-4595-5C35-314C-5CDA6CCC0190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F19B922-A21D-47CB-60E0-5B0FAC382C8D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DA9583-C013-DB73-F12C-ACDED862B1CA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18324F3-ABB0-CB8B-CB83-CE8A73FEBC77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E97B73A-D9DF-3C81-5756-1C7CD4E176BE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390E78B-CDB7-A896-EC5C-1A3CF5CFF1F5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09DA06-F85A-AD43-7512-CB62368F4535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6D946C5-BEBD-BEF7-6541-E35D4F08653A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462060-AC47-22D9-F347-A5337BF0FE46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70288A-2564-1A23-C552-2691BAC93017}"/>
              </a:ext>
            </a:extLst>
          </p:cNvPr>
          <p:cNvSpPr/>
          <p:nvPr/>
        </p:nvSpPr>
        <p:spPr>
          <a:xfrm>
            <a:off x="1346548" y="4242438"/>
            <a:ext cx="2492679" cy="213957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01C3EC-FFCC-39C7-8018-49B94F629936}"/>
              </a:ext>
            </a:extLst>
          </p:cNvPr>
          <p:cNvGrpSpPr/>
          <p:nvPr/>
        </p:nvGrpSpPr>
        <p:grpSpPr>
          <a:xfrm>
            <a:off x="1498782" y="4314339"/>
            <a:ext cx="2158242" cy="1983117"/>
            <a:chOff x="1498782" y="4866360"/>
            <a:chExt cx="2158242" cy="143109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851DA9-33C6-01A4-4A21-CFEA2D9B3B13}"/>
                </a:ext>
              </a:extLst>
            </p:cNvPr>
            <p:cNvSpPr/>
            <p:nvPr/>
          </p:nvSpPr>
          <p:spPr>
            <a:xfrm>
              <a:off x="1498782" y="4866360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2869922-43B5-648B-6BED-3BD16CE69A76}"/>
                </a:ext>
              </a:extLst>
            </p:cNvPr>
            <p:cNvSpPr/>
            <p:nvPr/>
          </p:nvSpPr>
          <p:spPr>
            <a:xfrm>
              <a:off x="1498782" y="5239008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419D671-BF9B-3121-E617-385CB0AA81F7}"/>
                </a:ext>
              </a:extLst>
            </p:cNvPr>
            <p:cNvSpPr/>
            <p:nvPr/>
          </p:nvSpPr>
          <p:spPr>
            <a:xfrm>
              <a:off x="1498782" y="5611656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9EA0193-A41E-E27F-4E8D-74C67AD6171D}"/>
                </a:ext>
              </a:extLst>
            </p:cNvPr>
            <p:cNvSpPr/>
            <p:nvPr/>
          </p:nvSpPr>
          <p:spPr>
            <a:xfrm>
              <a:off x="1498782" y="5984304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19C937-FA85-5BD4-C719-191047AF6277}"/>
              </a:ext>
            </a:extLst>
          </p:cNvPr>
          <p:cNvSpPr/>
          <p:nvPr/>
        </p:nvSpPr>
        <p:spPr>
          <a:xfrm>
            <a:off x="1346548" y="1584542"/>
            <a:ext cx="2492679" cy="25576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198E2-6FBA-91C3-2CE9-78D363532F4E}"/>
              </a:ext>
            </a:extLst>
          </p:cNvPr>
          <p:cNvSpPr/>
          <p:nvPr/>
        </p:nvSpPr>
        <p:spPr>
          <a:xfrm>
            <a:off x="1498782" y="168474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01237A-0253-AD42-29F1-51C2CBBB18D9}"/>
              </a:ext>
            </a:extLst>
          </p:cNvPr>
          <p:cNvSpPr/>
          <p:nvPr/>
        </p:nvSpPr>
        <p:spPr>
          <a:xfrm>
            <a:off x="2150136" y="1684748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1AF54B9-08D3-099F-C4B6-464702DA1CA7}"/>
              </a:ext>
            </a:extLst>
          </p:cNvPr>
          <p:cNvSpPr/>
          <p:nvPr/>
        </p:nvSpPr>
        <p:spPr>
          <a:xfrm>
            <a:off x="1498090" y="2496624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4AD2C0A-28DF-7536-5336-CEB32583494A}"/>
              </a:ext>
            </a:extLst>
          </p:cNvPr>
          <p:cNvSpPr/>
          <p:nvPr/>
        </p:nvSpPr>
        <p:spPr>
          <a:xfrm>
            <a:off x="1498090" y="3110274"/>
            <a:ext cx="2158241" cy="9405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i="1" dirty="0"/>
              <a:t>유파 추가 옵션 </a:t>
            </a:r>
            <a:r>
              <a:rPr lang="en-US" altLang="ko-KR" sz="1100" i="1" dirty="0"/>
              <a:t>(</a:t>
            </a:r>
            <a:r>
              <a:rPr lang="ko-KR" altLang="en-US" sz="1100" i="1" dirty="0"/>
              <a:t>있으면</a:t>
            </a:r>
            <a:r>
              <a:rPr lang="en-US" altLang="ko-KR" sz="1100" i="1" dirty="0"/>
              <a:t>)</a:t>
            </a:r>
            <a:endParaRPr lang="ko-KR" altLang="en-US" sz="11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5ED94-3F9B-C3DF-B8C9-A6030C27C788}"/>
              </a:ext>
            </a:extLst>
          </p:cNvPr>
          <p:cNvSpPr txBox="1"/>
          <p:nvPr/>
        </p:nvSpPr>
        <p:spPr>
          <a:xfrm>
            <a:off x="1524" y="0"/>
            <a:ext cx="1219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대략적인 레이아웃</a:t>
            </a:r>
          </a:p>
        </p:txBody>
      </p:sp>
    </p:spTree>
    <p:extLst>
      <p:ext uri="{BB962C8B-B14F-4D97-AF65-F5344CB8AC3E}">
        <p14:creationId xmlns:p14="http://schemas.microsoft.com/office/powerpoint/2010/main" val="126378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F3CF-A213-66B2-B3F2-1118C141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F79AA17-41C1-D302-D728-0971CFBD4046}"/>
              </a:ext>
            </a:extLst>
          </p:cNvPr>
          <p:cNvSpPr/>
          <p:nvPr/>
        </p:nvSpPr>
        <p:spPr>
          <a:xfrm>
            <a:off x="3989540" y="1584543"/>
            <a:ext cx="3475972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FE71C7D-F8A4-706E-8FA0-CDEE20D3DC72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C00A96A-30B6-68ED-8DEE-B11140C78B54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BAFA054-8FEF-1824-AA06-2C9F719101D3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7BA0EA2-55E1-F24D-6024-9C2815C5B98B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DBAA5C8-F83C-5693-7E0D-1476533F6F1A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38E4C30-1D68-EBC4-51CE-DF33A000EF18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2028541-E218-F9AB-2A73-E33EC7305299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7796F9E-53E4-8CA5-EE32-D1E45055D1E2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CFD00DD-D91B-532F-8FEE-B69BD3ED5312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5FD264D-CC25-722E-A334-CB5F915FBDA0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E375F7-2275-821F-3CAB-3E1041878C6F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6BFA7C-50B3-33CC-DF6B-A2D8E969048C}"/>
              </a:ext>
            </a:extLst>
          </p:cNvPr>
          <p:cNvSpPr/>
          <p:nvPr/>
        </p:nvSpPr>
        <p:spPr>
          <a:xfrm>
            <a:off x="1346548" y="4242438"/>
            <a:ext cx="2492679" cy="213957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38F816A-641B-95B5-7D8D-34FEEA31AE7F}"/>
              </a:ext>
            </a:extLst>
          </p:cNvPr>
          <p:cNvGrpSpPr/>
          <p:nvPr/>
        </p:nvGrpSpPr>
        <p:grpSpPr>
          <a:xfrm>
            <a:off x="1498782" y="4314339"/>
            <a:ext cx="2158242" cy="1983117"/>
            <a:chOff x="1498782" y="4866360"/>
            <a:chExt cx="2158242" cy="143109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C19BCB1-4F27-AFA3-45A8-B33890C67AEA}"/>
                </a:ext>
              </a:extLst>
            </p:cNvPr>
            <p:cNvSpPr/>
            <p:nvPr/>
          </p:nvSpPr>
          <p:spPr>
            <a:xfrm>
              <a:off x="1498782" y="4866360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E6965B2-E85E-D062-EFDE-ED69A72DF8C7}"/>
                </a:ext>
              </a:extLst>
            </p:cNvPr>
            <p:cNvSpPr/>
            <p:nvPr/>
          </p:nvSpPr>
          <p:spPr>
            <a:xfrm>
              <a:off x="1498782" y="5239008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1A61856-D969-EA2D-93CC-2890FA599585}"/>
                </a:ext>
              </a:extLst>
            </p:cNvPr>
            <p:cNvSpPr/>
            <p:nvPr/>
          </p:nvSpPr>
          <p:spPr>
            <a:xfrm>
              <a:off x="1498782" y="5611656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B4A4C0C-B4FC-653C-2467-E30B4A6B8285}"/>
                </a:ext>
              </a:extLst>
            </p:cNvPr>
            <p:cNvSpPr/>
            <p:nvPr/>
          </p:nvSpPr>
          <p:spPr>
            <a:xfrm>
              <a:off x="1498782" y="5984304"/>
              <a:ext cx="2158242" cy="31315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 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D16FFA-1D48-2BF2-4277-020EF1286070}"/>
              </a:ext>
            </a:extLst>
          </p:cNvPr>
          <p:cNvSpPr/>
          <p:nvPr/>
        </p:nvSpPr>
        <p:spPr>
          <a:xfrm>
            <a:off x="1346548" y="1584542"/>
            <a:ext cx="2492679" cy="25576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96AD8-76CC-640B-D1D5-5A43EF4DC813}"/>
              </a:ext>
            </a:extLst>
          </p:cNvPr>
          <p:cNvSpPr/>
          <p:nvPr/>
        </p:nvSpPr>
        <p:spPr>
          <a:xfrm>
            <a:off x="1498782" y="168474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E34C69D-15E2-1CEC-5A2E-D2FBB2F0DF47}"/>
              </a:ext>
            </a:extLst>
          </p:cNvPr>
          <p:cNvSpPr/>
          <p:nvPr/>
        </p:nvSpPr>
        <p:spPr>
          <a:xfrm>
            <a:off x="2150136" y="1684748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98AADD-FF01-A607-B5D0-7AC56ED3D288}"/>
              </a:ext>
            </a:extLst>
          </p:cNvPr>
          <p:cNvSpPr/>
          <p:nvPr/>
        </p:nvSpPr>
        <p:spPr>
          <a:xfrm>
            <a:off x="1498090" y="2496624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0AC02E-13B1-F287-C138-3EE413F7F6C5}"/>
              </a:ext>
            </a:extLst>
          </p:cNvPr>
          <p:cNvGrpSpPr/>
          <p:nvPr/>
        </p:nvGrpSpPr>
        <p:grpSpPr>
          <a:xfrm>
            <a:off x="4094818" y="1684749"/>
            <a:ext cx="3275246" cy="290356"/>
            <a:chOff x="4094818" y="1684748"/>
            <a:chExt cx="3370694" cy="43394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4B53BB2-5A4C-354D-EE97-77B2581E0848}"/>
                </a:ext>
              </a:extLst>
            </p:cNvPr>
            <p:cNvSpPr/>
            <p:nvPr/>
          </p:nvSpPr>
          <p:spPr>
            <a:xfrm>
              <a:off x="409481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습득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589CF2C-97F7-7945-41D0-3B50BA2ED528}"/>
                </a:ext>
              </a:extLst>
            </p:cNvPr>
            <p:cNvSpPr/>
            <p:nvPr/>
          </p:nvSpPr>
          <p:spPr>
            <a:xfrm>
              <a:off x="581789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유파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6D02E1-616F-FDEF-6261-482761C1FEC6}"/>
              </a:ext>
            </a:extLst>
          </p:cNvPr>
          <p:cNvSpPr/>
          <p:nvPr/>
        </p:nvSpPr>
        <p:spPr>
          <a:xfrm>
            <a:off x="4094818" y="2075311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243801-9C1E-26D9-974E-C51B10FED22E}"/>
              </a:ext>
            </a:extLst>
          </p:cNvPr>
          <p:cNvSpPr/>
          <p:nvPr/>
        </p:nvSpPr>
        <p:spPr>
          <a:xfrm>
            <a:off x="4094818" y="2717396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78C153-DD98-867E-49AF-4CAA5A769912}"/>
              </a:ext>
            </a:extLst>
          </p:cNvPr>
          <p:cNvSpPr/>
          <p:nvPr/>
        </p:nvSpPr>
        <p:spPr>
          <a:xfrm>
            <a:off x="4094818" y="3359481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8DA311-2E23-0C76-D73D-7129AC0A3F78}"/>
              </a:ext>
            </a:extLst>
          </p:cNvPr>
          <p:cNvSpPr/>
          <p:nvPr/>
        </p:nvSpPr>
        <p:spPr>
          <a:xfrm>
            <a:off x="4094818" y="4001566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A1E654-F8DF-DBE3-F00C-10A3F4420A39}"/>
              </a:ext>
            </a:extLst>
          </p:cNvPr>
          <p:cNvSpPr/>
          <p:nvPr/>
        </p:nvSpPr>
        <p:spPr>
          <a:xfrm>
            <a:off x="1498090" y="3110274"/>
            <a:ext cx="2158241" cy="9405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/>
              <a:t>Normal</a:t>
            </a:r>
            <a:r>
              <a:rPr lang="ko-KR" altLang="en-US" sz="1050" dirty="0"/>
              <a:t> </a:t>
            </a:r>
            <a:r>
              <a:rPr lang="en-US" altLang="ko-KR" sz="1050" dirty="0"/>
              <a:t>Attack</a:t>
            </a:r>
            <a:r>
              <a:rPr lang="ko-KR" altLang="en-US" sz="1050" dirty="0"/>
              <a:t> 공격력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막기 효율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쳐내기 효율 </a:t>
            </a:r>
            <a:r>
              <a:rPr lang="en-US" altLang="ko-KR" sz="1050" dirty="0"/>
              <a:t>-15%</a:t>
            </a:r>
          </a:p>
          <a:p>
            <a:r>
              <a:rPr lang="ko-KR" altLang="en-US" sz="1050" dirty="0"/>
              <a:t>쳐내기 시 자세 감소량 </a:t>
            </a:r>
            <a:r>
              <a:rPr lang="en-US" altLang="ko-KR" sz="1050" dirty="0"/>
              <a:t>+5</a:t>
            </a:r>
            <a:endParaRPr lang="ko-KR" alt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DC4B0-A3B9-837E-A532-527EA9E2E872}"/>
              </a:ext>
            </a:extLst>
          </p:cNvPr>
          <p:cNvSpPr txBox="1"/>
          <p:nvPr/>
        </p:nvSpPr>
        <p:spPr>
          <a:xfrm>
            <a:off x="1524" y="0"/>
            <a:ext cx="1219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선택한 검술이 없을 경우</a:t>
            </a:r>
            <a:r>
              <a:rPr lang="en-US" altLang="ko-KR" dirty="0"/>
              <a:t>. </a:t>
            </a:r>
            <a:r>
              <a:rPr lang="ko-KR" altLang="en-US" dirty="0"/>
              <a:t>리스트를 하단으로 확대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94B8D4-6FB6-95F0-2250-D1433952BB28}"/>
              </a:ext>
            </a:extLst>
          </p:cNvPr>
          <p:cNvSpPr/>
          <p:nvPr/>
        </p:nvSpPr>
        <p:spPr>
          <a:xfrm>
            <a:off x="4094818" y="4643651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3855C4-6A33-02C6-7007-0D14D2C60055}"/>
              </a:ext>
            </a:extLst>
          </p:cNvPr>
          <p:cNvSpPr/>
          <p:nvPr/>
        </p:nvSpPr>
        <p:spPr>
          <a:xfrm>
            <a:off x="4094818" y="5285736"/>
            <a:ext cx="3275246" cy="5673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</p:spTree>
    <p:extLst>
      <p:ext uri="{BB962C8B-B14F-4D97-AF65-F5344CB8AC3E}">
        <p14:creationId xmlns:p14="http://schemas.microsoft.com/office/powerpoint/2010/main" val="90158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294C-9EB5-2F13-2EF7-54847E11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071FA84-4E4A-687E-2BAB-86E5E0B87268}"/>
              </a:ext>
            </a:extLst>
          </p:cNvPr>
          <p:cNvSpPr/>
          <p:nvPr/>
        </p:nvSpPr>
        <p:spPr>
          <a:xfrm>
            <a:off x="3989540" y="1584543"/>
            <a:ext cx="3475972" cy="30514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0C8756-B7AC-0DA0-0357-93E435C9533D}"/>
              </a:ext>
            </a:extLst>
          </p:cNvPr>
          <p:cNvSpPr/>
          <p:nvPr/>
        </p:nvSpPr>
        <p:spPr>
          <a:xfrm>
            <a:off x="3989541" y="4736217"/>
            <a:ext cx="3475972" cy="164579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B4CB1B1-ED5F-7358-16E4-6DD5C1D344B1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2B53B4C-5FF0-4D1F-BAB8-A54E15AD2E73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4B40B32-2AE0-BC7F-9825-8EB425DCFC28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3C6896A-D6F8-44CF-3B14-ED7F8AFD6652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4B91E33-BE0E-3C11-0D99-D29BED917FBA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F0F6AB0-CB17-FE68-CA90-D64A5EDB3366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2EDA7C9-E819-4BFB-9A33-DB2D414F8F93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4711161-673A-8304-0B72-4536323CE827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156EE13-D658-D89F-C78B-A6C2CD39D147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3F71EF8-F22C-E209-4FEF-99423EB6FAD0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371D60-77E5-756A-6F5D-387609C3114A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28F57D-97B7-81E1-EFF8-5CA998C1CFF1}"/>
              </a:ext>
            </a:extLst>
          </p:cNvPr>
          <p:cNvSpPr/>
          <p:nvPr/>
        </p:nvSpPr>
        <p:spPr>
          <a:xfrm>
            <a:off x="1346548" y="4242438"/>
            <a:ext cx="2492679" cy="213957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7C3873A-43BF-AD3A-E46B-CCC015706603}"/>
              </a:ext>
            </a:extLst>
          </p:cNvPr>
          <p:cNvGrpSpPr/>
          <p:nvPr/>
        </p:nvGrpSpPr>
        <p:grpSpPr>
          <a:xfrm>
            <a:off x="1498782" y="4314339"/>
            <a:ext cx="2158242" cy="1983117"/>
            <a:chOff x="1498782" y="4866360"/>
            <a:chExt cx="2158242" cy="1431096"/>
          </a:xfrm>
          <a:solidFill>
            <a:schemeClr val="bg1">
              <a:lumMod val="50000"/>
            </a:schemeClr>
          </a:solidFill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F8FC8D5-C920-0343-31C1-99938FC7D6AC}"/>
                </a:ext>
              </a:extLst>
            </p:cNvPr>
            <p:cNvSpPr/>
            <p:nvPr/>
          </p:nvSpPr>
          <p:spPr>
            <a:xfrm>
              <a:off x="1498782" y="4866360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err="1"/>
                <a:t>제국군</a:t>
              </a:r>
              <a:r>
                <a:rPr lang="ko-KR" altLang="en-US" sz="1100" dirty="0"/>
                <a:t> 정규 검술 </a:t>
              </a:r>
              <a:r>
                <a:rPr lang="en-US" altLang="ko-KR" sz="1100" dirty="0"/>
                <a:t>-</a:t>
              </a:r>
              <a:r>
                <a:rPr lang="ko-KR" altLang="en-US" sz="1100" dirty="0"/>
                <a:t> </a:t>
              </a:r>
              <a:r>
                <a:rPr lang="ko-KR" altLang="en-US" sz="1100" dirty="0" err="1"/>
                <a:t>내려베기</a:t>
              </a:r>
              <a:endParaRPr lang="en-US" altLang="ko-KR" sz="1100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3376E5E-EEF8-6FC6-576F-F4011952F571}"/>
                </a:ext>
              </a:extLst>
            </p:cNvPr>
            <p:cNvSpPr/>
            <p:nvPr/>
          </p:nvSpPr>
          <p:spPr>
            <a:xfrm>
              <a:off x="1498782" y="5239008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2</a:t>
              </a:r>
              <a:endParaRPr lang="ko-KR" altLang="en-US" sz="11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DD25AA8-E2BD-E515-66FE-5F4826CF6773}"/>
                </a:ext>
              </a:extLst>
            </p:cNvPr>
            <p:cNvSpPr/>
            <p:nvPr/>
          </p:nvSpPr>
          <p:spPr>
            <a:xfrm>
              <a:off x="1498782" y="5611656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3</a:t>
              </a:r>
              <a:endParaRPr lang="ko-KR" altLang="en-US" sz="1100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5903B29-EE8D-FE6E-181E-0366899A8E23}"/>
                </a:ext>
              </a:extLst>
            </p:cNvPr>
            <p:cNvSpPr/>
            <p:nvPr/>
          </p:nvSpPr>
          <p:spPr>
            <a:xfrm>
              <a:off x="1498782" y="5984304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4</a:t>
              </a:r>
              <a:endParaRPr lang="ko-KR" altLang="en-US" sz="1100" dirty="0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E94BB0-5F60-F6E1-6A81-A8D804EB8689}"/>
              </a:ext>
            </a:extLst>
          </p:cNvPr>
          <p:cNvSpPr/>
          <p:nvPr/>
        </p:nvSpPr>
        <p:spPr>
          <a:xfrm>
            <a:off x="1346548" y="1584542"/>
            <a:ext cx="2492679" cy="25576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58B01D-D887-C293-8218-FF59A283FC10}"/>
              </a:ext>
            </a:extLst>
          </p:cNvPr>
          <p:cNvSpPr/>
          <p:nvPr/>
        </p:nvSpPr>
        <p:spPr>
          <a:xfrm>
            <a:off x="1498782" y="168474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3F5E2D-DB34-1254-0372-69AF11A4552B}"/>
              </a:ext>
            </a:extLst>
          </p:cNvPr>
          <p:cNvSpPr/>
          <p:nvPr/>
        </p:nvSpPr>
        <p:spPr>
          <a:xfrm>
            <a:off x="2150136" y="1684748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E3AC56-D11D-FBBE-36E7-2C3150D1A8A5}"/>
              </a:ext>
            </a:extLst>
          </p:cNvPr>
          <p:cNvSpPr/>
          <p:nvPr/>
        </p:nvSpPr>
        <p:spPr>
          <a:xfrm>
            <a:off x="1498090" y="2496624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AC90FB2-9072-5FDE-C628-A468ECA3622A}"/>
              </a:ext>
            </a:extLst>
          </p:cNvPr>
          <p:cNvGrpSpPr/>
          <p:nvPr/>
        </p:nvGrpSpPr>
        <p:grpSpPr>
          <a:xfrm>
            <a:off x="4094818" y="1684749"/>
            <a:ext cx="3275246" cy="290356"/>
            <a:chOff x="4094818" y="1684748"/>
            <a:chExt cx="3370694" cy="43394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CE1CAF6-A69D-2060-ACA4-9B3C6C50B770}"/>
                </a:ext>
              </a:extLst>
            </p:cNvPr>
            <p:cNvSpPr/>
            <p:nvPr/>
          </p:nvSpPr>
          <p:spPr>
            <a:xfrm>
              <a:off x="409481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습득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D7064F-0F99-E7FE-18FA-B6EE92CF83D2}"/>
                </a:ext>
              </a:extLst>
            </p:cNvPr>
            <p:cNvSpPr/>
            <p:nvPr/>
          </p:nvSpPr>
          <p:spPr>
            <a:xfrm>
              <a:off x="581789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유파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7026DD-6D93-A971-ADD4-5D79D7CDCF26}"/>
              </a:ext>
            </a:extLst>
          </p:cNvPr>
          <p:cNvSpPr/>
          <p:nvPr/>
        </p:nvSpPr>
        <p:spPr>
          <a:xfrm>
            <a:off x="4094818" y="2075311"/>
            <a:ext cx="3275246" cy="56730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/>
              <a:t>제국군</a:t>
            </a:r>
            <a:r>
              <a:rPr lang="ko-KR" altLang="en-US" dirty="0"/>
              <a:t> 정규 검술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dirty="0" err="1"/>
              <a:t>내려베기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97FA41-ABC7-8908-6853-2020ABED98DC}"/>
              </a:ext>
            </a:extLst>
          </p:cNvPr>
          <p:cNvSpPr/>
          <p:nvPr/>
        </p:nvSpPr>
        <p:spPr>
          <a:xfrm>
            <a:off x="4094818" y="2717396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E66382-99F0-8B25-849D-260E209E393F}"/>
              </a:ext>
            </a:extLst>
          </p:cNvPr>
          <p:cNvSpPr/>
          <p:nvPr/>
        </p:nvSpPr>
        <p:spPr>
          <a:xfrm>
            <a:off x="4094818" y="3359481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C915E3-6AD0-BF46-8497-7716EC7BC733}"/>
              </a:ext>
            </a:extLst>
          </p:cNvPr>
          <p:cNvSpPr/>
          <p:nvPr/>
        </p:nvSpPr>
        <p:spPr>
          <a:xfrm>
            <a:off x="4094818" y="4001566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FBA41E-0C46-5429-B2E7-8A2C18444EFD}"/>
              </a:ext>
            </a:extLst>
          </p:cNvPr>
          <p:cNvSpPr/>
          <p:nvPr/>
        </p:nvSpPr>
        <p:spPr>
          <a:xfrm>
            <a:off x="1498090" y="3110274"/>
            <a:ext cx="2158241" cy="9405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/>
              <a:t>Normal</a:t>
            </a:r>
            <a:r>
              <a:rPr lang="ko-KR" altLang="en-US" sz="1050" dirty="0"/>
              <a:t> </a:t>
            </a:r>
            <a:r>
              <a:rPr lang="en-US" altLang="ko-KR" sz="1050" dirty="0"/>
              <a:t>Attack</a:t>
            </a:r>
            <a:r>
              <a:rPr lang="ko-KR" altLang="en-US" sz="1050" dirty="0"/>
              <a:t> 공격력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막기 효율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쳐내기 효율 </a:t>
            </a:r>
            <a:r>
              <a:rPr lang="en-US" altLang="ko-KR" sz="1050" dirty="0"/>
              <a:t>-15%</a:t>
            </a:r>
          </a:p>
          <a:p>
            <a:r>
              <a:rPr lang="ko-KR" altLang="en-US" sz="1050" dirty="0"/>
              <a:t>쳐내기 시 자세 감소량 </a:t>
            </a:r>
            <a:r>
              <a:rPr lang="en-US" altLang="ko-KR" sz="1050" dirty="0"/>
              <a:t>+5</a:t>
            </a:r>
            <a:endParaRPr lang="ko-KR" alt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4E054D-6E19-CC58-60EA-9CA382914A15}"/>
              </a:ext>
            </a:extLst>
          </p:cNvPr>
          <p:cNvSpPr txBox="1"/>
          <p:nvPr/>
        </p:nvSpPr>
        <p:spPr>
          <a:xfrm>
            <a:off x="3989540" y="4736214"/>
            <a:ext cx="3475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제국군</a:t>
            </a:r>
            <a:r>
              <a:rPr lang="ko-KR" altLang="en-US" dirty="0"/>
              <a:t> 정규 검술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dirty="0" err="1"/>
              <a:t>내려베기</a:t>
            </a:r>
            <a:endParaRPr lang="en-US" altLang="ko-K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7AFC20-BCEF-A272-2C48-82D7570CB2EB}"/>
              </a:ext>
            </a:extLst>
          </p:cNvPr>
          <p:cNvSpPr txBox="1"/>
          <p:nvPr/>
        </p:nvSpPr>
        <p:spPr>
          <a:xfrm>
            <a:off x="4033061" y="5173251"/>
            <a:ext cx="3388930" cy="72124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머리를 노리는 강력한 베기 </a:t>
            </a:r>
            <a:r>
              <a:rPr lang="en-US" altLang="ko-KR" sz="1050" dirty="0">
                <a:solidFill>
                  <a:schemeClr val="bg1"/>
                </a:solidFill>
              </a:rPr>
              <a:t>2</a:t>
            </a:r>
            <a:r>
              <a:rPr lang="ko-KR" altLang="en-US" sz="1050" dirty="0">
                <a:solidFill>
                  <a:schemeClr val="bg1"/>
                </a:solidFill>
              </a:rPr>
              <a:t>연타 공격</a:t>
            </a:r>
            <a:r>
              <a:rPr lang="en-US" altLang="ko-KR" sz="1050" dirty="0">
                <a:solidFill>
                  <a:schemeClr val="bg1"/>
                </a:solidFill>
              </a:rPr>
              <a:t>. </a:t>
            </a:r>
          </a:p>
          <a:p>
            <a:r>
              <a:rPr lang="ko-KR" altLang="en-US" sz="1050" dirty="0">
                <a:solidFill>
                  <a:schemeClr val="bg1"/>
                </a:solidFill>
              </a:rPr>
              <a:t>두 번의 타격 중 한 번만 적중해도 큰 피해</a:t>
            </a:r>
            <a:r>
              <a:rPr lang="en-US" altLang="ko-KR" sz="105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chemeClr val="bg1"/>
                </a:solidFill>
              </a:rPr>
              <a:t>줄 수 있다</a:t>
            </a:r>
            <a:r>
              <a:rPr lang="en-US" altLang="ko-KR" sz="105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4CCF9E-4147-8A11-861B-AEA173088752}"/>
              </a:ext>
            </a:extLst>
          </p:cNvPr>
          <p:cNvSpPr/>
          <p:nvPr/>
        </p:nvSpPr>
        <p:spPr>
          <a:xfrm>
            <a:off x="4146116" y="6043808"/>
            <a:ext cx="1501819" cy="29748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전투 정보 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C06E8E-601D-7861-B62E-0E67F8722AC6}"/>
              </a:ext>
            </a:extLst>
          </p:cNvPr>
          <p:cNvSpPr/>
          <p:nvPr/>
        </p:nvSpPr>
        <p:spPr>
          <a:xfrm>
            <a:off x="5758665" y="6043808"/>
            <a:ext cx="1501819" cy="29748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장착 해제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835C4-943E-3E11-D17A-3927A86AED80}"/>
              </a:ext>
            </a:extLst>
          </p:cNvPr>
          <p:cNvSpPr txBox="1"/>
          <p:nvPr/>
        </p:nvSpPr>
        <p:spPr>
          <a:xfrm>
            <a:off x="1524" y="0"/>
            <a:ext cx="1219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검술을 선택하면 상세 정보가 표시됨</a:t>
            </a:r>
            <a:r>
              <a:rPr lang="en-US" altLang="ko-KR" dirty="0"/>
              <a:t>. </a:t>
            </a:r>
            <a:r>
              <a:rPr lang="ko-KR" altLang="en-US" dirty="0"/>
              <a:t>인벤토리 시스템과 동일한 구성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425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21DD-3860-48BA-E92A-A42DEF98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C78D995-2927-B97C-C805-237292762A18}"/>
              </a:ext>
            </a:extLst>
          </p:cNvPr>
          <p:cNvSpPr/>
          <p:nvPr/>
        </p:nvSpPr>
        <p:spPr>
          <a:xfrm>
            <a:off x="3989540" y="1584543"/>
            <a:ext cx="3475972" cy="30514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0A575C-14CF-D859-7D64-F04A152FC95C}"/>
              </a:ext>
            </a:extLst>
          </p:cNvPr>
          <p:cNvSpPr/>
          <p:nvPr/>
        </p:nvSpPr>
        <p:spPr>
          <a:xfrm>
            <a:off x="3989541" y="4736217"/>
            <a:ext cx="3475972" cy="164579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57ECB16-F917-D5CB-195A-F16891B17DC1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738F379-75FC-CB6E-0DE4-E5ED7BE9793B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62974F4-1CED-25C7-5F6E-FA4066809987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0383200-CD4E-760B-C4B4-B48B728DB01C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4DDFEE1-95C5-EC74-1261-806A8C5AFB11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39343F8-ACEB-A144-D6B5-11036EF6985E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810640B-4115-B66C-21A6-B343E7D3ABB9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500C445-CD3C-0DED-01AF-D0CE3A257EA9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1275E8D-1A26-7EE5-7F2F-58F2EA91A8AF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6AE2C88-0A3A-7CF5-7F3B-E48485B4174A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823AC9-C99E-7FB6-9AC5-ECC6D38A6A82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399045-6A73-0103-084A-CD0E5204C087}"/>
              </a:ext>
            </a:extLst>
          </p:cNvPr>
          <p:cNvSpPr/>
          <p:nvPr/>
        </p:nvSpPr>
        <p:spPr>
          <a:xfrm>
            <a:off x="1346548" y="4242438"/>
            <a:ext cx="2492679" cy="213957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EEA6DEE-241B-77AD-04A3-E00992E68DDB}"/>
              </a:ext>
            </a:extLst>
          </p:cNvPr>
          <p:cNvGrpSpPr/>
          <p:nvPr/>
        </p:nvGrpSpPr>
        <p:grpSpPr>
          <a:xfrm>
            <a:off x="1498782" y="4314339"/>
            <a:ext cx="2158242" cy="1983117"/>
            <a:chOff x="1498782" y="4866360"/>
            <a:chExt cx="2158242" cy="1431096"/>
          </a:xfrm>
          <a:solidFill>
            <a:schemeClr val="bg1">
              <a:lumMod val="50000"/>
            </a:schemeClr>
          </a:solidFill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26CAC7-F03F-4B86-F167-4A1E49BBA873}"/>
                </a:ext>
              </a:extLst>
            </p:cNvPr>
            <p:cNvSpPr/>
            <p:nvPr/>
          </p:nvSpPr>
          <p:spPr>
            <a:xfrm>
              <a:off x="1498782" y="4866360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err="1"/>
                <a:t>제국군</a:t>
              </a:r>
              <a:r>
                <a:rPr lang="ko-KR" altLang="en-US" sz="1100" dirty="0"/>
                <a:t> 정규 검술 </a:t>
              </a:r>
              <a:r>
                <a:rPr lang="en-US" altLang="ko-KR" sz="1100" dirty="0"/>
                <a:t>-</a:t>
              </a:r>
              <a:r>
                <a:rPr lang="ko-KR" altLang="en-US" sz="1100" dirty="0"/>
                <a:t> </a:t>
              </a:r>
              <a:r>
                <a:rPr lang="ko-KR" altLang="en-US" sz="1100" dirty="0" err="1"/>
                <a:t>내려베기</a:t>
              </a:r>
              <a:endParaRPr lang="en-US" altLang="ko-KR" sz="1100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4A6033B-8AA5-8F22-329A-F870F9D328B7}"/>
                </a:ext>
              </a:extLst>
            </p:cNvPr>
            <p:cNvSpPr/>
            <p:nvPr/>
          </p:nvSpPr>
          <p:spPr>
            <a:xfrm>
              <a:off x="1498782" y="5239008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2</a:t>
              </a:r>
              <a:endParaRPr lang="ko-KR" altLang="en-US" sz="11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5EEF32E-DFB4-6A39-8208-77D2C61A73DE}"/>
                </a:ext>
              </a:extLst>
            </p:cNvPr>
            <p:cNvSpPr/>
            <p:nvPr/>
          </p:nvSpPr>
          <p:spPr>
            <a:xfrm>
              <a:off x="1498782" y="5611656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3</a:t>
              </a:r>
              <a:endParaRPr lang="ko-KR" altLang="en-US" sz="1100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5DEB5E4-8DF0-460B-160D-7B9C9CAAAB89}"/>
                </a:ext>
              </a:extLst>
            </p:cNvPr>
            <p:cNvSpPr/>
            <p:nvPr/>
          </p:nvSpPr>
          <p:spPr>
            <a:xfrm>
              <a:off x="1498782" y="5984304"/>
              <a:ext cx="2158242" cy="313152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/>
                <a:t>검술 </a:t>
              </a:r>
              <a:r>
                <a:rPr lang="en-US" altLang="ko-KR" sz="1100" dirty="0"/>
                <a:t>4</a:t>
              </a:r>
              <a:endParaRPr lang="ko-KR" altLang="en-US" sz="1100" dirty="0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C7D75D-7A0A-E14A-AB8A-AB6A0F8BFDC5}"/>
              </a:ext>
            </a:extLst>
          </p:cNvPr>
          <p:cNvSpPr/>
          <p:nvPr/>
        </p:nvSpPr>
        <p:spPr>
          <a:xfrm>
            <a:off x="1346548" y="1584542"/>
            <a:ext cx="2492679" cy="25576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A2F6C8-AFD8-651E-CBEF-B36FBFCAAF00}"/>
              </a:ext>
            </a:extLst>
          </p:cNvPr>
          <p:cNvSpPr/>
          <p:nvPr/>
        </p:nvSpPr>
        <p:spPr>
          <a:xfrm>
            <a:off x="1498782" y="168474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95E43FC-6D62-4555-BF7A-CAAA8934217F}"/>
              </a:ext>
            </a:extLst>
          </p:cNvPr>
          <p:cNvSpPr/>
          <p:nvPr/>
        </p:nvSpPr>
        <p:spPr>
          <a:xfrm>
            <a:off x="2150136" y="1684748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FC8CAF-F887-9ADF-1327-7033E0363D96}"/>
              </a:ext>
            </a:extLst>
          </p:cNvPr>
          <p:cNvSpPr/>
          <p:nvPr/>
        </p:nvSpPr>
        <p:spPr>
          <a:xfrm>
            <a:off x="1498090" y="2496624"/>
            <a:ext cx="2158241" cy="44154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/>
              <a:t>유파 설명 텍스트 유파 설명 텍스트 유파 설명 텍스트 </a:t>
            </a:r>
          </a:p>
          <a:p>
            <a:endParaRPr lang="ko-KR" altLang="en-US" sz="11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FE5C3E-FDB6-2FFF-8CA5-4CC607CA9A20}"/>
              </a:ext>
            </a:extLst>
          </p:cNvPr>
          <p:cNvGrpSpPr/>
          <p:nvPr/>
        </p:nvGrpSpPr>
        <p:grpSpPr>
          <a:xfrm>
            <a:off x="4094818" y="1684749"/>
            <a:ext cx="3275246" cy="290356"/>
            <a:chOff x="4094818" y="1684748"/>
            <a:chExt cx="3370694" cy="43394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6B9FD3-D1F6-2D61-8070-68D1769ADC31}"/>
                </a:ext>
              </a:extLst>
            </p:cNvPr>
            <p:cNvSpPr/>
            <p:nvPr/>
          </p:nvSpPr>
          <p:spPr>
            <a:xfrm>
              <a:off x="409481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습득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F43C0E-4D19-FD49-0906-2F51A7E24D23}"/>
                </a:ext>
              </a:extLst>
            </p:cNvPr>
            <p:cNvSpPr/>
            <p:nvPr/>
          </p:nvSpPr>
          <p:spPr>
            <a:xfrm>
              <a:off x="5817898" y="1684748"/>
              <a:ext cx="1647614" cy="43394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유파 검술 </a:t>
              </a:r>
              <a:r>
                <a:rPr lang="en-US" altLang="ko-KR" sz="1400" dirty="0"/>
                <a:t>(n</a:t>
              </a:r>
              <a:r>
                <a:rPr lang="ko-KR" altLang="en-US" sz="1400" dirty="0"/>
                <a:t>개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F8A004-FB62-42CE-FDDD-BB0BDC9C69D9}"/>
              </a:ext>
            </a:extLst>
          </p:cNvPr>
          <p:cNvSpPr/>
          <p:nvPr/>
        </p:nvSpPr>
        <p:spPr>
          <a:xfrm>
            <a:off x="4094818" y="2075311"/>
            <a:ext cx="3275246" cy="56730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/>
              <a:t>제국군</a:t>
            </a:r>
            <a:r>
              <a:rPr lang="ko-KR" altLang="en-US" dirty="0"/>
              <a:t> 정규 검술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dirty="0" err="1"/>
              <a:t>내려베기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858308-8D86-9473-79F9-7AADFF1E135D}"/>
              </a:ext>
            </a:extLst>
          </p:cNvPr>
          <p:cNvSpPr/>
          <p:nvPr/>
        </p:nvSpPr>
        <p:spPr>
          <a:xfrm>
            <a:off x="4094818" y="2717396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A4C558-9C6F-62EA-67AA-7E0E568972C1}"/>
              </a:ext>
            </a:extLst>
          </p:cNvPr>
          <p:cNvSpPr/>
          <p:nvPr/>
        </p:nvSpPr>
        <p:spPr>
          <a:xfrm>
            <a:off x="4094818" y="3359481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1DA233-B2AC-70BA-086E-F7627BAF1BA9}"/>
              </a:ext>
            </a:extLst>
          </p:cNvPr>
          <p:cNvSpPr/>
          <p:nvPr/>
        </p:nvSpPr>
        <p:spPr>
          <a:xfrm>
            <a:off x="4094818" y="4001566"/>
            <a:ext cx="3275246" cy="56730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검술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C33F56-6A97-790E-33C1-A8BAD58BC18B}"/>
              </a:ext>
            </a:extLst>
          </p:cNvPr>
          <p:cNvSpPr/>
          <p:nvPr/>
        </p:nvSpPr>
        <p:spPr>
          <a:xfrm>
            <a:off x="1498090" y="3110274"/>
            <a:ext cx="2158241" cy="9405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/>
              <a:t>Normal</a:t>
            </a:r>
            <a:r>
              <a:rPr lang="ko-KR" altLang="en-US" sz="1050" dirty="0"/>
              <a:t> </a:t>
            </a:r>
            <a:r>
              <a:rPr lang="en-US" altLang="ko-KR" sz="1050" dirty="0"/>
              <a:t>Attack</a:t>
            </a:r>
            <a:r>
              <a:rPr lang="ko-KR" altLang="en-US" sz="1050" dirty="0"/>
              <a:t> 공격력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막기 효율 </a:t>
            </a:r>
            <a:r>
              <a:rPr lang="en-US" altLang="ko-KR" sz="1050" dirty="0"/>
              <a:t>+10%</a:t>
            </a:r>
          </a:p>
          <a:p>
            <a:r>
              <a:rPr lang="ko-KR" altLang="en-US" sz="1050" dirty="0"/>
              <a:t>쳐내기 효율 </a:t>
            </a:r>
            <a:r>
              <a:rPr lang="en-US" altLang="ko-KR" sz="1050" dirty="0"/>
              <a:t>-15%</a:t>
            </a:r>
          </a:p>
          <a:p>
            <a:r>
              <a:rPr lang="ko-KR" altLang="en-US" sz="1050" dirty="0"/>
              <a:t>쳐내기 시 자세 감소량 </a:t>
            </a:r>
            <a:r>
              <a:rPr lang="en-US" altLang="ko-KR" sz="1050" dirty="0"/>
              <a:t>+5</a:t>
            </a:r>
            <a:endParaRPr lang="ko-KR" alt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B61AB0-A28D-112F-B4AE-E8C0B8F72574}"/>
              </a:ext>
            </a:extLst>
          </p:cNvPr>
          <p:cNvSpPr txBox="1"/>
          <p:nvPr/>
        </p:nvSpPr>
        <p:spPr>
          <a:xfrm>
            <a:off x="3989540" y="4736214"/>
            <a:ext cx="3475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제국군</a:t>
            </a:r>
            <a:r>
              <a:rPr lang="ko-KR" altLang="en-US" dirty="0"/>
              <a:t> 정규 검술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dirty="0" err="1"/>
              <a:t>내려베기</a:t>
            </a:r>
            <a:endParaRPr lang="en-US" altLang="ko-KR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E3DD2B-0801-D235-2E11-998A01309384}"/>
              </a:ext>
            </a:extLst>
          </p:cNvPr>
          <p:cNvSpPr/>
          <p:nvPr/>
        </p:nvSpPr>
        <p:spPr>
          <a:xfrm>
            <a:off x="4146116" y="6043808"/>
            <a:ext cx="1501819" cy="2974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검술 설명 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36BF43-EC07-2AF3-AF41-4DD9A0EF1D41}"/>
              </a:ext>
            </a:extLst>
          </p:cNvPr>
          <p:cNvSpPr/>
          <p:nvPr/>
        </p:nvSpPr>
        <p:spPr>
          <a:xfrm>
            <a:off x="5758665" y="6043808"/>
            <a:ext cx="1501819" cy="29748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장착 해제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895037-DE9C-B8CC-5D20-50144B4A3DB8}"/>
              </a:ext>
            </a:extLst>
          </p:cNvPr>
          <p:cNvSpPr txBox="1"/>
          <p:nvPr/>
        </p:nvSpPr>
        <p:spPr>
          <a:xfrm>
            <a:off x="4033061" y="5181959"/>
            <a:ext cx="3388930" cy="72124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no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공격 횟수 </a:t>
            </a:r>
            <a:r>
              <a:rPr lang="en-US" altLang="ko-KR" sz="1050" dirty="0">
                <a:solidFill>
                  <a:schemeClr val="bg1"/>
                </a:solidFill>
              </a:rPr>
              <a:t>: 2</a:t>
            </a:r>
            <a:r>
              <a:rPr lang="ko-KR" altLang="en-US" sz="1050" dirty="0">
                <a:solidFill>
                  <a:schemeClr val="bg1"/>
                </a:solidFill>
              </a:rPr>
              <a:t>번</a:t>
            </a:r>
            <a:endParaRPr lang="en-US" altLang="ko-KR" sz="1050" dirty="0">
              <a:solidFill>
                <a:schemeClr val="bg1"/>
              </a:solidFill>
            </a:endParaRP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1</a:t>
            </a:r>
            <a:r>
              <a:rPr lang="ko-KR" altLang="en-US" sz="1050" dirty="0">
                <a:solidFill>
                  <a:schemeClr val="bg1"/>
                </a:solidFill>
              </a:rPr>
              <a:t>타 공격 </a:t>
            </a:r>
            <a:r>
              <a:rPr lang="en-US" altLang="ko-KR" sz="1050" dirty="0">
                <a:solidFill>
                  <a:schemeClr val="bg1"/>
                </a:solidFill>
              </a:rPr>
              <a:t>: 80% </a:t>
            </a:r>
            <a:r>
              <a:rPr lang="ko-KR" altLang="en-US" sz="1050" dirty="0">
                <a:solidFill>
                  <a:schemeClr val="bg1"/>
                </a:solidFill>
              </a:rPr>
              <a:t>피해</a:t>
            </a:r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2</a:t>
            </a:r>
            <a:r>
              <a:rPr lang="ko-KR" altLang="en-US" sz="1050" dirty="0">
                <a:solidFill>
                  <a:schemeClr val="bg1"/>
                </a:solidFill>
              </a:rPr>
              <a:t>타 공격 </a:t>
            </a:r>
            <a:r>
              <a:rPr lang="en-US" altLang="ko-KR" sz="1050" dirty="0">
                <a:solidFill>
                  <a:schemeClr val="bg1"/>
                </a:solidFill>
              </a:rPr>
              <a:t>: 120% </a:t>
            </a:r>
            <a:r>
              <a:rPr lang="ko-KR" altLang="en-US" sz="1050" dirty="0">
                <a:solidFill>
                  <a:schemeClr val="bg1"/>
                </a:solidFill>
              </a:rPr>
              <a:t>피해</a:t>
            </a:r>
            <a:endParaRPr lang="en-US" altLang="ko-KR" sz="105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3F3B6-DC20-E404-CC8A-4F97DC3E1575}"/>
              </a:ext>
            </a:extLst>
          </p:cNvPr>
          <p:cNvSpPr txBox="1"/>
          <p:nvPr/>
        </p:nvSpPr>
        <p:spPr>
          <a:xfrm>
            <a:off x="1524" y="0"/>
            <a:ext cx="12190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검술의 상세 정보 부분에서 전투 정보를 표시하면 공격 횟수 및 </a:t>
            </a:r>
            <a:r>
              <a:rPr lang="ko-KR" altLang="en-US" dirty="0" err="1"/>
              <a:t>피해량</a:t>
            </a:r>
            <a:r>
              <a:rPr lang="ko-KR" altLang="en-US" dirty="0"/>
              <a:t> 배율 등을 표시해줌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79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544</Words>
  <Application>Microsoft Office PowerPoint</Application>
  <PresentationFormat>와이드스크린</PresentationFormat>
  <Paragraphs>192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인벤토리</vt:lpstr>
      <vt:lpstr>PowerPoint 프레젠테이션</vt:lpstr>
      <vt:lpstr>PowerPoint 프레젠테이션</vt:lpstr>
      <vt:lpstr>PowerPoint 프레젠테이션</vt:lpstr>
      <vt:lpstr>인벤토리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HyunJin Kim</dc:creator>
  <cp:lastModifiedBy>HyunJin Kim</cp:lastModifiedBy>
  <cp:revision>8</cp:revision>
  <dcterms:created xsi:type="dcterms:W3CDTF">2025-10-21T12:30:24Z</dcterms:created>
  <dcterms:modified xsi:type="dcterms:W3CDTF">2025-10-29T06:17:01Z</dcterms:modified>
</cp:coreProperties>
</file>